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ags/tag2.xml" ContentType="application/vnd.openxmlformats-officedocument.presentationml.tags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theme/theme4.xml" ContentType="application/vnd.openxmlformats-officedocument.theme+xml"/>
  <Override PartName="/ppt/tags/tag5.xml" ContentType="application/vnd.openxmlformats-officedocument.presentationml.tags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theme/theme5.xml" ContentType="application/vnd.openxmlformats-officedocument.theme+xml"/>
  <Override PartName="/ppt/tags/tag6.xml" ContentType="application/vnd.openxmlformats-officedocument.presentationml.tags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theme/theme6.xml" ContentType="application/vnd.openxmlformats-officedocument.them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theme/theme7.xml" ContentType="application/vnd.openxmlformats-officedocument.theme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theme/theme8.xml" ContentType="application/vnd.openxmlformats-officedocument.theme+xml"/>
  <Override PartName="/ppt/tags/tag69.xml" ContentType="application/vnd.openxmlformats-officedocument.presentationml.tags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66.xml" ContentType="application/vnd.openxmlformats-officedocument.presentationml.slideLayout+xml"/>
  <Override PartName="/ppt/slideLayouts/slideLayout267.xml" ContentType="application/vnd.openxmlformats-officedocument.presentationml.slideLayout+xml"/>
  <Override PartName="/ppt/slideLayouts/slideLayout268.xml" ContentType="application/vnd.openxmlformats-officedocument.presentationml.slideLayout+xml"/>
  <Override PartName="/ppt/slideLayouts/slideLayout269.xml" ContentType="application/vnd.openxmlformats-officedocument.presentationml.slideLayout+xml"/>
  <Override PartName="/ppt/slideLayouts/slideLayout270.xml" ContentType="application/vnd.openxmlformats-officedocument.presentationml.slideLayout+xml"/>
  <Override PartName="/ppt/slideLayouts/slideLayout271.xml" ContentType="application/vnd.openxmlformats-officedocument.presentationml.slideLayout+xml"/>
  <Override PartName="/ppt/slideLayouts/slideLayout272.xml" ContentType="application/vnd.openxmlformats-officedocument.presentationml.slideLayout+xml"/>
  <Override PartName="/ppt/slideLayouts/slideLayout273.xml" ContentType="application/vnd.openxmlformats-officedocument.presentationml.slideLayout+xml"/>
  <Override PartName="/ppt/slideLayouts/slideLayout274.xml" ContentType="application/vnd.openxmlformats-officedocument.presentationml.slideLayout+xml"/>
  <Override PartName="/ppt/slideLayouts/slideLayout275.xml" ContentType="application/vnd.openxmlformats-officedocument.presentationml.slideLayout+xml"/>
  <Override PartName="/ppt/slideLayouts/slideLayout276.xml" ContentType="application/vnd.openxmlformats-officedocument.presentationml.slideLayout+xml"/>
  <Override PartName="/ppt/slideLayouts/slideLayout277.xml" ContentType="application/vnd.openxmlformats-officedocument.presentationml.slideLayout+xml"/>
  <Override PartName="/ppt/slideLayouts/slideLayout278.xml" ContentType="application/vnd.openxmlformats-officedocument.presentationml.slideLayout+xml"/>
  <Override PartName="/ppt/slideLayouts/slideLayout279.xml" ContentType="application/vnd.openxmlformats-officedocument.presentationml.slideLayout+xml"/>
  <Override PartName="/ppt/slideLayouts/slideLayout280.xml" ContentType="application/vnd.openxmlformats-officedocument.presentationml.slideLayout+xml"/>
  <Override PartName="/ppt/slideLayouts/slideLayout281.xml" ContentType="application/vnd.openxmlformats-officedocument.presentationml.slideLayout+xml"/>
  <Override PartName="/ppt/theme/theme9.xml" ContentType="application/vnd.openxmlformats-officedocument.theme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slideLayouts/slideLayout282.xml" ContentType="application/vnd.openxmlformats-officedocument.presentationml.slideLayout+xml"/>
  <Override PartName="/ppt/slideLayouts/slideLayout283.xml" ContentType="application/vnd.openxmlformats-officedocument.presentationml.slideLayout+xml"/>
  <Override PartName="/ppt/slideLayouts/slideLayout284.xml" ContentType="application/vnd.openxmlformats-officedocument.presentationml.slideLayout+xml"/>
  <Override PartName="/ppt/slideLayouts/slideLayout285.xml" ContentType="application/vnd.openxmlformats-officedocument.presentationml.slideLayout+xml"/>
  <Override PartName="/ppt/slideLayouts/slideLayout286.xml" ContentType="application/vnd.openxmlformats-officedocument.presentationml.slideLayout+xml"/>
  <Override PartName="/ppt/slideLayouts/slideLayout287.xml" ContentType="application/vnd.openxmlformats-officedocument.presentationml.slideLayout+xml"/>
  <Override PartName="/ppt/slideLayouts/slideLayout288.xml" ContentType="application/vnd.openxmlformats-officedocument.presentationml.slideLayout+xml"/>
  <Override PartName="/ppt/slideLayouts/slideLayout289.xml" ContentType="application/vnd.openxmlformats-officedocument.presentationml.slideLayout+xml"/>
  <Override PartName="/ppt/slideLayouts/slideLayout290.xml" ContentType="application/vnd.openxmlformats-officedocument.presentationml.slideLayout+xml"/>
  <Override PartName="/ppt/slideLayouts/slideLayout291.xml" ContentType="application/vnd.openxmlformats-officedocument.presentationml.slideLayout+xml"/>
  <Override PartName="/ppt/slideLayouts/slideLayout292.xml" ContentType="application/vnd.openxmlformats-officedocument.presentationml.slideLayout+xml"/>
  <Override PartName="/ppt/slideLayouts/slideLayout293.xml" ContentType="application/vnd.openxmlformats-officedocument.presentationml.slideLayout+xml"/>
  <Override PartName="/ppt/slideLayouts/slideLayout294.xml" ContentType="application/vnd.openxmlformats-officedocument.presentationml.slideLayout+xml"/>
  <Override PartName="/ppt/slideLayouts/slideLayout295.xml" ContentType="application/vnd.openxmlformats-officedocument.presentationml.slideLayout+xml"/>
  <Override PartName="/ppt/slideLayouts/slideLayout296.xml" ContentType="application/vnd.openxmlformats-officedocument.presentationml.slideLayout+xml"/>
  <Override PartName="/ppt/slideLayouts/slideLayout297.xml" ContentType="application/vnd.openxmlformats-officedocument.presentationml.slideLayout+xml"/>
  <Override PartName="/ppt/slideLayouts/slideLayout298.xml" ContentType="application/vnd.openxmlformats-officedocument.presentationml.slideLayout+xml"/>
  <Override PartName="/ppt/slideLayouts/slideLayout299.xml" ContentType="application/vnd.openxmlformats-officedocument.presentationml.slideLayout+xml"/>
  <Override PartName="/ppt/slideLayouts/slideLayout300.xml" ContentType="application/vnd.openxmlformats-officedocument.presentationml.slideLayout+xml"/>
  <Override PartName="/ppt/slideLayouts/slideLayout301.xml" ContentType="application/vnd.openxmlformats-officedocument.presentationml.slideLayout+xml"/>
  <Override PartName="/ppt/slideLayouts/slideLayout302.xml" ContentType="application/vnd.openxmlformats-officedocument.presentationml.slideLayout+xml"/>
  <Override PartName="/ppt/slideLayouts/slideLayout303.xml" ContentType="application/vnd.openxmlformats-officedocument.presentationml.slideLayout+xml"/>
  <Override PartName="/ppt/slideLayouts/slideLayout304.xml" ContentType="application/vnd.openxmlformats-officedocument.presentationml.slideLayout+xml"/>
  <Override PartName="/ppt/slideLayouts/slideLayout305.xml" ContentType="application/vnd.openxmlformats-officedocument.presentationml.slideLayout+xml"/>
  <Override PartName="/ppt/slideLayouts/slideLayout306.xml" ContentType="application/vnd.openxmlformats-officedocument.presentationml.slideLayout+xml"/>
  <Override PartName="/ppt/slideLayouts/slideLayout307.xml" ContentType="application/vnd.openxmlformats-officedocument.presentationml.slideLayout+xml"/>
  <Override PartName="/ppt/slideLayouts/slideLayout308.xml" ContentType="application/vnd.openxmlformats-officedocument.presentationml.slideLayout+xml"/>
  <Override PartName="/ppt/slideLayouts/slideLayout309.xml" ContentType="application/vnd.openxmlformats-officedocument.presentationml.slideLayout+xml"/>
  <Override PartName="/ppt/slideLayouts/slideLayout310.xml" ContentType="application/vnd.openxmlformats-officedocument.presentationml.slideLayout+xml"/>
  <Override PartName="/ppt/slideLayouts/slideLayout311.xml" ContentType="application/vnd.openxmlformats-officedocument.presentationml.slideLayout+xml"/>
  <Override PartName="/ppt/theme/theme10.xml" ContentType="application/vnd.openxmlformats-officedocument.theme+xml"/>
  <Override PartName="/ppt/tags/tag100.xml" ContentType="application/vnd.openxmlformats-officedocument.presentationml.tags+xml"/>
  <Override PartName="/ppt/slideLayouts/slideLayout312.xml" ContentType="application/vnd.openxmlformats-officedocument.presentationml.slideLayout+xml"/>
  <Override PartName="/ppt/slideLayouts/slideLayout313.xml" ContentType="application/vnd.openxmlformats-officedocument.presentationml.slideLayout+xml"/>
  <Override PartName="/ppt/slideLayouts/slideLayout314.xml" ContentType="application/vnd.openxmlformats-officedocument.presentationml.slideLayout+xml"/>
  <Override PartName="/ppt/slideLayouts/slideLayout315.xml" ContentType="application/vnd.openxmlformats-officedocument.presentationml.slideLayout+xml"/>
  <Override PartName="/ppt/slideLayouts/slideLayout316.xml" ContentType="application/vnd.openxmlformats-officedocument.presentationml.slideLayout+xml"/>
  <Override PartName="/ppt/slideLayouts/slideLayout317.xml" ContentType="application/vnd.openxmlformats-officedocument.presentationml.slideLayout+xml"/>
  <Override PartName="/ppt/slideLayouts/slideLayout318.xml" ContentType="application/vnd.openxmlformats-officedocument.presentationml.slideLayout+xml"/>
  <Override PartName="/ppt/slideLayouts/slideLayout319.xml" ContentType="application/vnd.openxmlformats-officedocument.presentationml.slideLayout+xml"/>
  <Override PartName="/ppt/slideLayouts/slideLayout320.xml" ContentType="application/vnd.openxmlformats-officedocument.presentationml.slideLayout+xml"/>
  <Override PartName="/ppt/slideLayouts/slideLayout321.xml" ContentType="application/vnd.openxmlformats-officedocument.presentationml.slideLayout+xml"/>
  <Override PartName="/ppt/slideLayouts/slideLayout322.xml" ContentType="application/vnd.openxmlformats-officedocument.presentationml.slideLayout+xml"/>
  <Override PartName="/ppt/slideLayouts/slideLayout323.xml" ContentType="application/vnd.openxmlformats-officedocument.presentationml.slideLayout+xml"/>
  <Override PartName="/ppt/slideLayouts/slideLayout324.xml" ContentType="application/vnd.openxmlformats-officedocument.presentationml.slideLayout+xml"/>
  <Override PartName="/ppt/slideLayouts/slideLayout325.xml" ContentType="application/vnd.openxmlformats-officedocument.presentationml.slideLayout+xml"/>
  <Override PartName="/ppt/slideLayouts/slideLayout326.xml" ContentType="application/vnd.openxmlformats-officedocument.presentationml.slideLayout+xml"/>
  <Override PartName="/ppt/slideLayouts/slideLayout327.xml" ContentType="application/vnd.openxmlformats-officedocument.presentationml.slideLayout+xml"/>
  <Override PartName="/ppt/slideLayouts/slideLayout328.xml" ContentType="application/vnd.openxmlformats-officedocument.presentationml.slideLayout+xml"/>
  <Override PartName="/ppt/slideLayouts/slideLayout329.xml" ContentType="application/vnd.openxmlformats-officedocument.presentationml.slideLayout+xml"/>
  <Override PartName="/ppt/slideLayouts/slideLayout330.xml" ContentType="application/vnd.openxmlformats-officedocument.presentationml.slideLayout+xml"/>
  <Override PartName="/ppt/slideLayouts/slideLayout331.xml" ContentType="application/vnd.openxmlformats-officedocument.presentationml.slideLayout+xml"/>
  <Override PartName="/ppt/slideLayouts/slideLayout332.xml" ContentType="application/vnd.openxmlformats-officedocument.presentationml.slideLayout+xml"/>
  <Override PartName="/ppt/slideLayouts/slideLayout333.xml" ContentType="application/vnd.openxmlformats-officedocument.presentationml.slideLayout+xml"/>
  <Override PartName="/ppt/slideLayouts/slideLayout334.xml" ContentType="application/vnd.openxmlformats-officedocument.presentationml.slideLayout+xml"/>
  <Override PartName="/ppt/slideLayouts/slideLayout335.xml" ContentType="application/vnd.openxmlformats-officedocument.presentationml.slideLayout+xml"/>
  <Override PartName="/ppt/slideLayouts/slideLayout336.xml" ContentType="application/vnd.openxmlformats-officedocument.presentationml.slideLayout+xml"/>
  <Override PartName="/ppt/slideLayouts/slideLayout337.xml" ContentType="application/vnd.openxmlformats-officedocument.presentationml.slideLayout+xml"/>
  <Override PartName="/ppt/slideLayouts/slideLayout338.xml" ContentType="application/vnd.openxmlformats-officedocument.presentationml.slideLayout+xml"/>
  <Override PartName="/ppt/slideLayouts/slideLayout339.xml" ContentType="application/vnd.openxmlformats-officedocument.presentationml.slideLayout+xml"/>
  <Override PartName="/ppt/slideLayouts/slideLayout340.xml" ContentType="application/vnd.openxmlformats-officedocument.presentationml.slideLayout+xml"/>
  <Override PartName="/ppt/theme/theme11.xml" ContentType="application/vnd.openxmlformats-officedocument.theme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slideLayouts/slideLayout341.xml" ContentType="application/vnd.openxmlformats-officedocument.presentationml.slideLayout+xml"/>
  <Override PartName="/ppt/slideLayouts/slideLayout342.xml" ContentType="application/vnd.openxmlformats-officedocument.presentationml.slideLayout+xml"/>
  <Override PartName="/ppt/slideLayouts/slideLayout343.xml" ContentType="application/vnd.openxmlformats-officedocument.presentationml.slideLayout+xml"/>
  <Override PartName="/ppt/slideLayouts/slideLayout344.xml" ContentType="application/vnd.openxmlformats-officedocument.presentationml.slideLayout+xml"/>
  <Override PartName="/ppt/slideLayouts/slideLayout345.xml" ContentType="application/vnd.openxmlformats-officedocument.presentationml.slideLayout+xml"/>
  <Override PartName="/ppt/slideLayouts/slideLayout346.xml" ContentType="application/vnd.openxmlformats-officedocument.presentationml.slideLayout+xml"/>
  <Override PartName="/ppt/slideLayouts/slideLayout347.xml" ContentType="application/vnd.openxmlformats-officedocument.presentationml.slideLayout+xml"/>
  <Override PartName="/ppt/slideLayouts/slideLayout348.xml" ContentType="application/vnd.openxmlformats-officedocument.presentationml.slideLayout+xml"/>
  <Override PartName="/ppt/slideLayouts/slideLayout349.xml" ContentType="application/vnd.openxmlformats-officedocument.presentationml.slideLayout+xml"/>
  <Override PartName="/ppt/slideLayouts/slideLayout350.xml" ContentType="application/vnd.openxmlformats-officedocument.presentationml.slideLayout+xml"/>
  <Override PartName="/ppt/slideLayouts/slideLayout351.xml" ContentType="application/vnd.openxmlformats-officedocument.presentationml.slideLayout+xml"/>
  <Override PartName="/ppt/slideLayouts/slideLayout352.xml" ContentType="application/vnd.openxmlformats-officedocument.presentationml.slideLayout+xml"/>
  <Override PartName="/ppt/slideLayouts/slideLayout353.xml" ContentType="application/vnd.openxmlformats-officedocument.presentationml.slideLayout+xml"/>
  <Override PartName="/ppt/slideLayouts/slideLayout354.xml" ContentType="application/vnd.openxmlformats-officedocument.presentationml.slideLayout+xml"/>
  <Override PartName="/ppt/slideLayouts/slideLayout355.xml" ContentType="application/vnd.openxmlformats-officedocument.presentationml.slideLayout+xml"/>
  <Override PartName="/ppt/slideLayouts/slideLayout356.xml" ContentType="application/vnd.openxmlformats-officedocument.presentationml.slideLayout+xml"/>
  <Override PartName="/ppt/slideLayouts/slideLayout357.xml" ContentType="application/vnd.openxmlformats-officedocument.presentationml.slideLayout+xml"/>
  <Override PartName="/ppt/slideLayouts/slideLayout358.xml" ContentType="application/vnd.openxmlformats-officedocument.presentationml.slideLayout+xml"/>
  <Override PartName="/ppt/slideLayouts/slideLayout359.xml" ContentType="application/vnd.openxmlformats-officedocument.presentationml.slideLayout+xml"/>
  <Override PartName="/ppt/slideLayouts/slideLayout360.xml" ContentType="application/vnd.openxmlformats-officedocument.presentationml.slideLayout+xml"/>
  <Override PartName="/ppt/slideLayouts/slideLayout361.xml" ContentType="application/vnd.openxmlformats-officedocument.presentationml.slideLayout+xml"/>
  <Override PartName="/ppt/slideLayouts/slideLayout362.xml" ContentType="application/vnd.openxmlformats-officedocument.presentationml.slideLayout+xml"/>
  <Override PartName="/ppt/slideLayouts/slideLayout363.xml" ContentType="application/vnd.openxmlformats-officedocument.presentationml.slideLayout+xml"/>
  <Override PartName="/ppt/slideLayouts/slideLayout364.xml" ContentType="application/vnd.openxmlformats-officedocument.presentationml.slideLayout+xml"/>
  <Override PartName="/ppt/slideLayouts/slideLayout365.xml" ContentType="application/vnd.openxmlformats-officedocument.presentationml.slideLayout+xml"/>
  <Override PartName="/ppt/slideLayouts/slideLayout366.xml" ContentType="application/vnd.openxmlformats-officedocument.presentationml.slideLayout+xml"/>
  <Override PartName="/ppt/slideLayouts/slideLayout367.xml" ContentType="application/vnd.openxmlformats-officedocument.presentationml.slideLayout+xml"/>
  <Override PartName="/ppt/slideLayouts/slideLayout368.xml" ContentType="application/vnd.openxmlformats-officedocument.presentationml.slideLayout+xml"/>
  <Override PartName="/ppt/slideLayouts/slideLayout369.xml" ContentType="application/vnd.openxmlformats-officedocument.presentationml.slideLayout+xml"/>
  <Override PartName="/ppt/theme/theme12.xml" ContentType="application/vnd.openxmlformats-officedocument.theme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slideLayouts/slideLayout370.xml" ContentType="application/vnd.openxmlformats-officedocument.presentationml.slideLayout+xml"/>
  <Override PartName="/ppt/slideLayouts/slideLayout371.xml" ContentType="application/vnd.openxmlformats-officedocument.presentationml.slideLayout+xml"/>
  <Override PartName="/ppt/slideLayouts/slideLayout372.xml" ContentType="application/vnd.openxmlformats-officedocument.presentationml.slideLayout+xml"/>
  <Override PartName="/ppt/slideLayouts/slideLayout373.xml" ContentType="application/vnd.openxmlformats-officedocument.presentationml.slideLayout+xml"/>
  <Override PartName="/ppt/slideLayouts/slideLayout374.xml" ContentType="application/vnd.openxmlformats-officedocument.presentationml.slideLayout+xml"/>
  <Override PartName="/ppt/slideLayouts/slideLayout375.xml" ContentType="application/vnd.openxmlformats-officedocument.presentationml.slideLayout+xml"/>
  <Override PartName="/ppt/slideLayouts/slideLayout376.xml" ContentType="application/vnd.openxmlformats-officedocument.presentationml.slideLayout+xml"/>
  <Override PartName="/ppt/slideLayouts/slideLayout377.xml" ContentType="application/vnd.openxmlformats-officedocument.presentationml.slideLayout+xml"/>
  <Override PartName="/ppt/slideLayouts/slideLayout378.xml" ContentType="application/vnd.openxmlformats-officedocument.presentationml.slideLayout+xml"/>
  <Override PartName="/ppt/slideLayouts/slideLayout379.xml" ContentType="application/vnd.openxmlformats-officedocument.presentationml.slideLayout+xml"/>
  <Override PartName="/ppt/slideLayouts/slideLayout380.xml" ContentType="application/vnd.openxmlformats-officedocument.presentationml.slideLayout+xml"/>
  <Override PartName="/ppt/slideLayouts/slideLayout381.xml" ContentType="application/vnd.openxmlformats-officedocument.presentationml.slideLayout+xml"/>
  <Override PartName="/ppt/slideLayouts/slideLayout382.xml" ContentType="application/vnd.openxmlformats-officedocument.presentationml.slideLayout+xml"/>
  <Override PartName="/ppt/slideLayouts/slideLayout383.xml" ContentType="application/vnd.openxmlformats-officedocument.presentationml.slideLayout+xml"/>
  <Override PartName="/ppt/slideLayouts/slideLayout384.xml" ContentType="application/vnd.openxmlformats-officedocument.presentationml.slideLayout+xml"/>
  <Override PartName="/ppt/slideLayouts/slideLayout385.xml" ContentType="application/vnd.openxmlformats-officedocument.presentationml.slideLayout+xml"/>
  <Override PartName="/ppt/slideLayouts/slideLayout386.xml" ContentType="application/vnd.openxmlformats-officedocument.presentationml.slideLayout+xml"/>
  <Override PartName="/ppt/slideLayouts/slideLayout387.xml" ContentType="application/vnd.openxmlformats-officedocument.presentationml.slideLayout+xml"/>
  <Override PartName="/ppt/slideLayouts/slideLayout388.xml" ContentType="application/vnd.openxmlformats-officedocument.presentationml.slideLayout+xml"/>
  <Override PartName="/ppt/slideLayouts/slideLayout389.xml" ContentType="application/vnd.openxmlformats-officedocument.presentationml.slideLayout+xml"/>
  <Override PartName="/ppt/slideLayouts/slideLayout390.xml" ContentType="application/vnd.openxmlformats-officedocument.presentationml.slideLayout+xml"/>
  <Override PartName="/ppt/slideLayouts/slideLayout391.xml" ContentType="application/vnd.openxmlformats-officedocument.presentationml.slideLayout+xml"/>
  <Override PartName="/ppt/slideLayouts/slideLayout392.xml" ContentType="application/vnd.openxmlformats-officedocument.presentationml.slideLayout+xml"/>
  <Override PartName="/ppt/slideLayouts/slideLayout393.xml" ContentType="application/vnd.openxmlformats-officedocument.presentationml.slideLayout+xml"/>
  <Override PartName="/ppt/slideLayouts/slideLayout394.xml" ContentType="application/vnd.openxmlformats-officedocument.presentationml.slideLayout+xml"/>
  <Override PartName="/ppt/slideLayouts/slideLayout395.xml" ContentType="application/vnd.openxmlformats-officedocument.presentationml.slideLayout+xml"/>
  <Override PartName="/ppt/slideLayouts/slideLayout396.xml" ContentType="application/vnd.openxmlformats-officedocument.presentationml.slideLayout+xml"/>
  <Override PartName="/ppt/slideLayouts/slideLayout397.xml" ContentType="application/vnd.openxmlformats-officedocument.presentationml.slideLayout+xml"/>
  <Override PartName="/ppt/slideLayouts/slideLayout398.xml" ContentType="application/vnd.openxmlformats-officedocument.presentationml.slideLayout+xml"/>
  <Override PartName="/ppt/theme/theme13.xml" ContentType="application/vnd.openxmlformats-officedocument.theme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slideLayouts/slideLayout399.xml" ContentType="application/vnd.openxmlformats-officedocument.presentationml.slideLayout+xml"/>
  <Override PartName="/ppt/slideLayouts/slideLayout400.xml" ContentType="application/vnd.openxmlformats-officedocument.presentationml.slideLayout+xml"/>
  <Override PartName="/ppt/slideLayouts/slideLayout401.xml" ContentType="application/vnd.openxmlformats-officedocument.presentationml.slideLayout+xml"/>
  <Override PartName="/ppt/slideLayouts/slideLayout402.xml" ContentType="application/vnd.openxmlformats-officedocument.presentationml.slideLayout+xml"/>
  <Override PartName="/ppt/slideLayouts/slideLayout403.xml" ContentType="application/vnd.openxmlformats-officedocument.presentationml.slideLayout+xml"/>
  <Override PartName="/ppt/slideLayouts/slideLayout404.xml" ContentType="application/vnd.openxmlformats-officedocument.presentationml.slideLayout+xml"/>
  <Override PartName="/ppt/slideLayouts/slideLayout405.xml" ContentType="application/vnd.openxmlformats-officedocument.presentationml.slideLayout+xml"/>
  <Override PartName="/ppt/slideLayouts/slideLayout406.xml" ContentType="application/vnd.openxmlformats-officedocument.presentationml.slideLayout+xml"/>
  <Override PartName="/ppt/slideLayouts/slideLayout407.xml" ContentType="application/vnd.openxmlformats-officedocument.presentationml.slideLayout+xml"/>
  <Override PartName="/ppt/slideLayouts/slideLayout408.xml" ContentType="application/vnd.openxmlformats-officedocument.presentationml.slideLayout+xml"/>
  <Override PartName="/ppt/slideLayouts/slideLayout409.xml" ContentType="application/vnd.openxmlformats-officedocument.presentationml.slideLayout+xml"/>
  <Override PartName="/ppt/slideLayouts/slideLayout410.xml" ContentType="application/vnd.openxmlformats-officedocument.presentationml.slideLayout+xml"/>
  <Override PartName="/ppt/slideLayouts/slideLayout411.xml" ContentType="application/vnd.openxmlformats-officedocument.presentationml.slideLayout+xml"/>
  <Override PartName="/ppt/slideLayouts/slideLayout412.xml" ContentType="application/vnd.openxmlformats-officedocument.presentationml.slideLayout+xml"/>
  <Override PartName="/ppt/slideLayouts/slideLayout413.xml" ContentType="application/vnd.openxmlformats-officedocument.presentationml.slideLayout+xml"/>
  <Override PartName="/ppt/slideLayouts/slideLayout414.xml" ContentType="application/vnd.openxmlformats-officedocument.presentationml.slideLayout+xml"/>
  <Override PartName="/ppt/slideLayouts/slideLayout415.xml" ContentType="application/vnd.openxmlformats-officedocument.presentationml.slideLayout+xml"/>
  <Override PartName="/ppt/slideLayouts/slideLayout416.xml" ContentType="application/vnd.openxmlformats-officedocument.presentationml.slideLayout+xml"/>
  <Override PartName="/ppt/slideLayouts/slideLayout417.xml" ContentType="application/vnd.openxmlformats-officedocument.presentationml.slideLayout+xml"/>
  <Override PartName="/ppt/slideLayouts/slideLayout418.xml" ContentType="application/vnd.openxmlformats-officedocument.presentationml.slideLayout+xml"/>
  <Override PartName="/ppt/slideLayouts/slideLayout419.xml" ContentType="application/vnd.openxmlformats-officedocument.presentationml.slideLayout+xml"/>
  <Override PartName="/ppt/slideLayouts/slideLayout420.xml" ContentType="application/vnd.openxmlformats-officedocument.presentationml.slideLayout+xml"/>
  <Override PartName="/ppt/slideLayouts/slideLayout421.xml" ContentType="application/vnd.openxmlformats-officedocument.presentationml.slideLayout+xml"/>
  <Override PartName="/ppt/slideLayouts/slideLayout422.xml" ContentType="application/vnd.openxmlformats-officedocument.presentationml.slideLayout+xml"/>
  <Override PartName="/ppt/slideLayouts/slideLayout423.xml" ContentType="application/vnd.openxmlformats-officedocument.presentationml.slideLayout+xml"/>
  <Override PartName="/ppt/slideLayouts/slideLayout424.xml" ContentType="application/vnd.openxmlformats-officedocument.presentationml.slideLayout+xml"/>
  <Override PartName="/ppt/slideLayouts/slideLayout425.xml" ContentType="application/vnd.openxmlformats-officedocument.presentationml.slideLayout+xml"/>
  <Override PartName="/ppt/slideLayouts/slideLayout426.xml" ContentType="application/vnd.openxmlformats-officedocument.presentationml.slideLayout+xml"/>
  <Override PartName="/ppt/slideLayouts/slideLayout427.xml" ContentType="application/vnd.openxmlformats-officedocument.presentationml.slideLayout+xml"/>
  <Override PartName="/ppt/theme/theme14.xml" ContentType="application/vnd.openxmlformats-officedocument.theme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slideLayouts/slideLayout428.xml" ContentType="application/vnd.openxmlformats-officedocument.presentationml.slideLayout+xml"/>
  <Override PartName="/ppt/slideLayouts/slideLayout429.xml" ContentType="application/vnd.openxmlformats-officedocument.presentationml.slideLayout+xml"/>
  <Override PartName="/ppt/slideLayouts/slideLayout430.xml" ContentType="application/vnd.openxmlformats-officedocument.presentationml.slideLayout+xml"/>
  <Override PartName="/ppt/slideLayouts/slideLayout431.xml" ContentType="application/vnd.openxmlformats-officedocument.presentationml.slideLayout+xml"/>
  <Override PartName="/ppt/slideLayouts/slideLayout432.xml" ContentType="application/vnd.openxmlformats-officedocument.presentationml.slideLayout+xml"/>
  <Override PartName="/ppt/slideLayouts/slideLayout433.xml" ContentType="application/vnd.openxmlformats-officedocument.presentationml.slideLayout+xml"/>
  <Override PartName="/ppt/slideLayouts/slideLayout434.xml" ContentType="application/vnd.openxmlformats-officedocument.presentationml.slideLayout+xml"/>
  <Override PartName="/ppt/slideLayouts/slideLayout435.xml" ContentType="application/vnd.openxmlformats-officedocument.presentationml.slideLayout+xml"/>
  <Override PartName="/ppt/slideLayouts/slideLayout436.xml" ContentType="application/vnd.openxmlformats-officedocument.presentationml.slideLayout+xml"/>
  <Override PartName="/ppt/slideLayouts/slideLayout437.xml" ContentType="application/vnd.openxmlformats-officedocument.presentationml.slideLayout+xml"/>
  <Override PartName="/ppt/slideLayouts/slideLayout438.xml" ContentType="application/vnd.openxmlformats-officedocument.presentationml.slideLayout+xml"/>
  <Override PartName="/ppt/slideLayouts/slideLayout439.xml" ContentType="application/vnd.openxmlformats-officedocument.presentationml.slideLayout+xml"/>
  <Override PartName="/ppt/slideLayouts/slideLayout440.xml" ContentType="application/vnd.openxmlformats-officedocument.presentationml.slideLayout+xml"/>
  <Override PartName="/ppt/slideLayouts/slideLayout441.xml" ContentType="application/vnd.openxmlformats-officedocument.presentationml.slideLayout+xml"/>
  <Override PartName="/ppt/slideLayouts/slideLayout442.xml" ContentType="application/vnd.openxmlformats-officedocument.presentationml.slideLayout+xml"/>
  <Override PartName="/ppt/slideLayouts/slideLayout443.xml" ContentType="application/vnd.openxmlformats-officedocument.presentationml.slideLayout+xml"/>
  <Override PartName="/ppt/slideLayouts/slideLayout444.xml" ContentType="application/vnd.openxmlformats-officedocument.presentationml.slideLayout+xml"/>
  <Override PartName="/ppt/slideLayouts/slideLayout445.xml" ContentType="application/vnd.openxmlformats-officedocument.presentationml.slideLayout+xml"/>
  <Override PartName="/ppt/slideLayouts/slideLayout446.xml" ContentType="application/vnd.openxmlformats-officedocument.presentationml.slideLayout+xml"/>
  <Override PartName="/ppt/slideLayouts/slideLayout447.xml" ContentType="application/vnd.openxmlformats-officedocument.presentationml.slideLayout+xml"/>
  <Override PartName="/ppt/slideLayouts/slideLayout448.xml" ContentType="application/vnd.openxmlformats-officedocument.presentationml.slideLayout+xml"/>
  <Override PartName="/ppt/slideLayouts/slideLayout449.xml" ContentType="application/vnd.openxmlformats-officedocument.presentationml.slideLayout+xml"/>
  <Override PartName="/ppt/slideLayouts/slideLayout450.xml" ContentType="application/vnd.openxmlformats-officedocument.presentationml.slideLayout+xml"/>
  <Override PartName="/ppt/slideLayouts/slideLayout451.xml" ContentType="application/vnd.openxmlformats-officedocument.presentationml.slideLayout+xml"/>
  <Override PartName="/ppt/slideLayouts/slideLayout452.xml" ContentType="application/vnd.openxmlformats-officedocument.presentationml.slideLayout+xml"/>
  <Override PartName="/ppt/slideLayouts/slideLayout453.xml" ContentType="application/vnd.openxmlformats-officedocument.presentationml.slideLayout+xml"/>
  <Override PartName="/ppt/slideLayouts/slideLayout454.xml" ContentType="application/vnd.openxmlformats-officedocument.presentationml.slideLayout+xml"/>
  <Override PartName="/ppt/slideLayouts/slideLayout455.xml" ContentType="application/vnd.openxmlformats-officedocument.presentationml.slideLayout+xml"/>
  <Override PartName="/ppt/slideLayouts/slideLayout456.xml" ContentType="application/vnd.openxmlformats-officedocument.presentationml.slideLayout+xml"/>
  <Override PartName="/ppt/theme/theme15.xml" ContentType="application/vnd.openxmlformats-officedocument.theme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slideLayouts/slideLayout457.xml" ContentType="application/vnd.openxmlformats-officedocument.presentationml.slideLayout+xml"/>
  <Override PartName="/ppt/theme/theme16.xml" ContentType="application/vnd.openxmlformats-officedocument.theme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slideLayouts/slideLayout458.xml" ContentType="application/vnd.openxmlformats-officedocument.presentationml.slideLayout+xml"/>
  <Override PartName="/ppt/theme/theme17.xml" ContentType="application/vnd.openxmlformats-officedocument.theme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heme/theme18.xml" ContentType="application/vnd.openxmlformats-officedocument.theme+xml"/>
  <Override PartName="/ppt/theme/theme19.xml" ContentType="application/vnd.openxmlformats-officedocument.theme+xml"/>
  <Override PartName="/ppt/tags/tag255.xml" ContentType="application/vnd.openxmlformats-officedocument.presentationml.tags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3"/>
    <p:sldMasterId id="2147483741" r:id="rId4"/>
    <p:sldMasterId id="2147483702" r:id="rId5"/>
    <p:sldMasterId id="2147483827" r:id="rId6"/>
    <p:sldMasterId id="2147483858" r:id="rId7"/>
    <p:sldMasterId id="2147483889" r:id="rId8"/>
    <p:sldMasterId id="2147483920" r:id="rId9"/>
    <p:sldMasterId id="2147483952" r:id="rId10"/>
    <p:sldMasterId id="2147483983" r:id="rId11"/>
    <p:sldMasterId id="2147484013" r:id="rId12"/>
    <p:sldMasterId id="2147484044" r:id="rId13"/>
    <p:sldMasterId id="2147484074" r:id="rId14"/>
    <p:sldMasterId id="2147484104" r:id="rId15"/>
    <p:sldMasterId id="2147484134" r:id="rId16"/>
    <p:sldMasterId id="2147484164" r:id="rId17"/>
    <p:sldMasterId id="2147484194" r:id="rId18"/>
    <p:sldMasterId id="2147484196" r:id="rId19"/>
  </p:sldMasterIdLst>
  <p:notesMasterIdLst>
    <p:notesMasterId r:id="rId23"/>
  </p:notesMasterIdLst>
  <p:handoutMasterIdLst>
    <p:handoutMasterId r:id="rId24"/>
  </p:handoutMasterIdLst>
  <p:sldIdLst>
    <p:sldId id="2146846520" r:id="rId20"/>
    <p:sldId id="2146846148" r:id="rId21"/>
    <p:sldId id="2146846882" r:id="rId22"/>
  </p:sldIdLst>
  <p:sldSz cx="9144000" cy="6858000" type="screen4x3"/>
  <p:notesSz cx="6797675" cy="9926638"/>
  <p:custDataLst>
    <p:tags r:id="rId25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9EA6BB2-6A9E-951D-0406-9B85D1D1AEE6}" name="Jägersberg, Theresa" initials="JT" userId="S::e99022@hugoboss.com::5d8c6c3e-7e20-4a21-ac6d-14c6f77a8e0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A052"/>
    <a:srgbClr val="C4E6E4"/>
    <a:srgbClr val="18625E"/>
    <a:srgbClr val="987147"/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09A176-AFEC-6324-3858-E25E64E83E4C}" v="95" dt="2026-01-09T12:23:52.536"/>
    <p1510:client id="{828061EA-7BF0-FACC-91C3-D541BC663A07}" v="933" dt="2026-01-09T06:51:01.240"/>
  </p1510:revLst>
</p1510:revInfo>
</file>

<file path=ppt/tableStyles.xml><?xml version="1.0" encoding="utf-8"?>
<a:tblStyleLst xmlns:a="http://schemas.openxmlformats.org/drawingml/2006/main" def="{CA20E951-F767-40FB-8981-BDCADE0C3650}">
  <a:tblStyle styleId="{CA20E951-F767-40FB-8981-BDCADE0C3650}" styleName="Hugo Boss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4233" cmpd="sng">
              <a:solidFill>
                <a:schemeClr val="dk1"/>
              </a:solidFill>
            </a:ln>
          </a:top>
          <a:bottom>
            <a:ln w="4233" cmpd="sng">
              <a:solidFill>
                <a:schemeClr val="dk1"/>
              </a:solidFill>
            </a:ln>
          </a:bottom>
          <a:insideH>
            <a:ln w="4233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>
        <a:schemeClr val="dk1"/>
      </a:tcTxStyle>
      <a:tcStyle>
        <a:tcBdr/>
        <a:fill>
          <a:noFill/>
        </a:fill>
      </a:tcStyle>
    </a:band1H>
    <a:band2H>
      <a:tcTxStyle>
        <a:schemeClr val="dk1"/>
      </a:tcTxStyle>
      <a:tcStyle>
        <a:tcBdr/>
        <a:fill>
          <a:noFill/>
        </a:fill>
      </a:tcStyle>
    </a:band2H>
    <a:band1V>
      <a:tcTxStyle>
        <a:schemeClr val="dk1"/>
      </a:tcTxStyle>
      <a:tcStyle>
        <a:tcBdr/>
        <a:fill>
          <a:noFill/>
        </a:fill>
      </a:tcStyle>
    </a:band1V>
    <a:band2V>
      <a:tcTxStyle>
        <a:schemeClr val="dk1"/>
      </a:tcTxStyle>
      <a:tcStyle>
        <a:tcBdr/>
        <a:fill>
          <a:noFill/>
        </a:fill>
      </a:tcStyle>
    </a:band2V>
    <a:lastCol>
      <a:tcTxStyle>
        <a:fontRef idx="major"/>
        <a:schemeClr val="dk1"/>
      </a:tcTxStyle>
      <a:tcStyle>
        <a:tcBdr/>
        <a:fill>
          <a:noFill/>
        </a:fill>
      </a:tcStyle>
    </a:lastCol>
    <a:firstCol>
      <a:tcTxStyle>
        <a:fontRef idx="major"/>
        <a:schemeClr val="dk1"/>
      </a:tcTxStyle>
      <a:tcStyle>
        <a:tcBdr/>
        <a:fill>
          <a:noFill/>
        </a:fill>
      </a:tcStyle>
    </a:firstCol>
    <a:lastRow>
      <a:tcTxStyle>
        <a:fontRef idx="major"/>
        <a:schemeClr val="dk1"/>
      </a:tcTxStyle>
      <a:tcStyle>
        <a:tcBdr>
          <a:top>
            <a:ln w="28575" cmpd="sng">
              <a:solidFill>
                <a:schemeClr val="dk1"/>
              </a:solidFill>
            </a:ln>
          </a:top>
          <a:bottom>
            <a:ln w="28575" cmpd="sng">
              <a:solidFill>
                <a:schemeClr val="dk1"/>
              </a:solidFill>
            </a:ln>
          </a:bottom>
        </a:tcBdr>
        <a:fill>
          <a:noFill/>
        </a:fill>
      </a:tcStyle>
    </a:lastRow>
    <a:firstRow>
      <a:tcTxStyle>
        <a:fontRef idx="major"/>
        <a:schemeClr val="dk1"/>
      </a:tcTxStyle>
      <a:tcStyle>
        <a:tcBdr>
          <a:top>
            <a:ln>
              <a:noFill/>
            </a:ln>
          </a:top>
          <a:bottom>
            <a:ln w="16933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06" autoAdjust="0"/>
    <p:restoredTop sz="94643" autoAdjust="0"/>
  </p:normalViewPr>
  <p:slideViewPr>
    <p:cSldViewPr showGuides="1">
      <p:cViewPr>
        <p:scale>
          <a:sx n="130" d="100"/>
          <a:sy n="130" d="100"/>
        </p:scale>
        <p:origin x="-432" y="-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7035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4080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6.xml"/><Relationship Id="rId13" Type="http://schemas.openxmlformats.org/officeDocument/2006/relationships/slideMaster" Target="slideMasters/slideMaster11.xml"/><Relationship Id="rId18" Type="http://schemas.openxmlformats.org/officeDocument/2006/relationships/slideMaster" Target="slideMasters/slideMaster16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2.xml"/><Relationship Id="rId7" Type="http://schemas.openxmlformats.org/officeDocument/2006/relationships/slideMaster" Target="slideMasters/slideMaster5.xml"/><Relationship Id="rId12" Type="http://schemas.openxmlformats.org/officeDocument/2006/relationships/slideMaster" Target="slideMasters/slideMaster10.xml"/><Relationship Id="rId17" Type="http://schemas.openxmlformats.org/officeDocument/2006/relationships/slideMaster" Target="slideMasters/slideMaster15.xml"/><Relationship Id="rId25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4.xml"/><Relationship Id="rId20" Type="http://schemas.openxmlformats.org/officeDocument/2006/relationships/slide" Target="slides/slide1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4.xml"/><Relationship Id="rId11" Type="http://schemas.openxmlformats.org/officeDocument/2006/relationships/slideMaster" Target="slideMasters/slideMaster9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3.xml"/><Relationship Id="rId15" Type="http://schemas.openxmlformats.org/officeDocument/2006/relationships/slideMaster" Target="slideMasters/slideMaster13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Master" Target="slideMasters/slideMaster8.xml"/><Relationship Id="rId19" Type="http://schemas.openxmlformats.org/officeDocument/2006/relationships/slideMaster" Target="slideMasters/slideMaster17.xml"/><Relationship Id="rId31" Type="http://schemas.microsoft.com/office/2018/10/relationships/authors" Target="authors.xml"/><Relationship Id="rId4" Type="http://schemas.openxmlformats.org/officeDocument/2006/relationships/slideMaster" Target="slideMasters/slideMaster2.xml"/><Relationship Id="rId9" Type="http://schemas.openxmlformats.org/officeDocument/2006/relationships/slideMaster" Target="slideMasters/slideMaster7.xml"/><Relationship Id="rId14" Type="http://schemas.openxmlformats.org/officeDocument/2006/relationships/slideMaster" Target="slideMasters/slideMaster12.xml"/><Relationship Id="rId22" Type="http://schemas.openxmlformats.org/officeDocument/2006/relationships/slide" Target="slides/slide3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2479" y="249029"/>
            <a:ext cx="4282476" cy="336706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  <a:endParaRPr lang="de-CH" sz="90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092527" y="249029"/>
            <a:ext cx="1232669" cy="336706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09.01.2026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2479" y="9215733"/>
            <a:ext cx="4282476" cy="35969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  <a:endParaRPr lang="de-CH" sz="90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092527" y="9215735"/>
            <a:ext cx="1232669" cy="35968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‹#›</a:t>
            </a:fld>
            <a:endParaRPr lang="de-CH" sz="900" dirty="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1252538" y="977900"/>
            <a:ext cx="4522787" cy="3394075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68425" y="9457663"/>
            <a:ext cx="2210808" cy="1948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 dirty="0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14612" y="9457663"/>
            <a:ext cx="863510" cy="1948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‹#›</a:t>
            </a:fld>
            <a:endParaRPr lang="de-CH" dirty="0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66621" y="4650634"/>
            <a:ext cx="5511501" cy="46121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192602" y="462286"/>
            <a:ext cx="2076877" cy="201618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09.01.2026</a:t>
            </a:fld>
            <a:endParaRPr lang="de-CH" dirty="0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57978" y="468975"/>
            <a:ext cx="3220500" cy="19492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4.xml"/></Relationships>
</file>

<file path=ppt/slideLayouts/_rels/slideLayout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4.xml"/></Relationships>
</file>

<file path=ppt/slideLayouts/_rels/slideLayout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4.xml"/></Relationships>
</file>

<file path=ppt/slideLayouts/_rels/slideLayout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4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4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5.xml"/></Relationships>
</file>

<file path=ppt/slideLayouts/_rels/slideLayout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5.xml"/></Relationships>
</file>

<file path=ppt/slideLayouts/_rels/slideLayout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5.xml"/></Relationships>
</file>

<file path=ppt/slideLayouts/_rels/slideLayout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5.xml"/></Relationships>
</file>

<file path=ppt/slideLayouts/_rels/slideLayout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5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5.xml"/></Relationships>
</file>

<file path=ppt/slideLayouts/_rels/slideLayout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5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5.xml"/></Relationships>
</file>

<file path=ppt/slideLayouts/_rels/slideLayout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5.xml"/></Relationships>
</file>

<file path=ppt/slideLayouts/_rels/slideLayout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5.xml"/></Relationships>
</file>

<file path=ppt/slideLayouts/_rels/slideLayout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5.xml"/></Relationships>
</file>

<file path=ppt/slideLayouts/_rels/slideLayout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5.xml"/></Relationships>
</file>

<file path=ppt/slideLayouts/_rels/slideLayout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5.xml"/></Relationships>
</file>

<file path=ppt/slideLayouts/_rels/slideLayout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5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5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5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5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5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8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1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9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16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10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16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11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1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13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1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1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1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16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17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17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19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17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20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1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21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17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17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17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17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25.xml"/><Relationship Id="rId4" Type="http://schemas.openxmlformats.org/officeDocument/2006/relationships/image" Target="../media/image1.emf"/></Relationships>
</file>

<file path=ppt/slideLayouts/_rels/slideLayout18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Layouts/_rels/slideLayout18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2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18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28.xml"/><Relationship Id="rId4" Type="http://schemas.openxmlformats.org/officeDocument/2006/relationships/image" Target="../media/image1.emf"/></Relationships>
</file>

<file path=ppt/slideLayouts/_rels/slideLayout18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8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29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18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9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0.xml"/><Relationship Id="rId4" Type="http://schemas.openxmlformats.org/officeDocument/2006/relationships/image" Target="../media/image1.emf"/></Relationships>
</file>

<file path=ppt/slideLayouts/_rels/slideLayout18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1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18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2.xml"/><Relationship Id="rId4" Type="http://schemas.openxmlformats.org/officeDocument/2006/relationships/image" Target="../media/image1.emf"/></Relationships>
</file>

<file path=ppt/slideLayouts/_rels/slideLayout18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2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3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18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3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4.xml"/><Relationship Id="rId4" Type="http://schemas.openxmlformats.org/officeDocument/2006/relationships/image" Target="../media/image1.emf"/></Relationships>
</file>

<file path=ppt/slideLayouts/_rels/slideLayout18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4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5.xml"/><Relationship Id="rId4" Type="http://schemas.openxmlformats.org/officeDocument/2006/relationships/image" Target="../media/image1.emf"/></Relationships>
</file>

<file path=ppt/slideLayouts/_rels/slideLayout19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5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6.xml"/><Relationship Id="rId4" Type="http://schemas.openxmlformats.org/officeDocument/2006/relationships/image" Target="../media/image1.emf"/></Relationships>
</file>

<file path=ppt/slideLayouts/_rels/slideLayout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6.xml"/></Relationships>
</file>

<file path=ppt/slideLayouts/_rels/slideLayout19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7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38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19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8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39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19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9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0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19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0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1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19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1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2.xml"/><Relationship Id="rId4" Type="http://schemas.openxmlformats.org/officeDocument/2006/relationships/image" Target="../media/image1.emf"/></Relationships>
</file>

<file path=ppt/slideLayouts/_rels/slideLayout19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2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3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19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3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4.xml"/><Relationship Id="rId4" Type="http://schemas.openxmlformats.org/officeDocument/2006/relationships/image" Target="../media/image1.emf"/></Relationships>
</file>

<file path=ppt/slideLayouts/_rels/slideLayout19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0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5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6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0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6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7.xml"/><Relationship Id="rId4" Type="http://schemas.openxmlformats.org/officeDocument/2006/relationships/image" Target="../media/image1.emf"/></Relationships>
</file>

<file path=ppt/slideLayouts/_rels/slideLayout2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7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8.xml"/><Relationship Id="rId4" Type="http://schemas.openxmlformats.org/officeDocument/2006/relationships/image" Target="../media/image1.emf"/></Relationships>
</file>

<file path=ppt/slideLayouts/_rels/slideLayout2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8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9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0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9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50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0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0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51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0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1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52.xml"/><Relationship Id="rId4" Type="http://schemas.openxmlformats.org/officeDocument/2006/relationships/image" Target="../media/image1.emf"/></Relationships>
</file>

<file path=ppt/slideLayouts/_rels/slideLayout20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2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53.xml"/><Relationship Id="rId4" Type="http://schemas.openxmlformats.org/officeDocument/2006/relationships/image" Target="../media/image1.emf"/></Relationships>
</file>

<file path=ppt/slideLayouts/_rels/slideLayout20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3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54.xml"/><Relationship Id="rId4" Type="http://schemas.openxmlformats.org/officeDocument/2006/relationships/image" Target="../media/image1.emf"/></Relationships>
</file>

<file path=ppt/slideLayouts/_rels/slideLayout20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4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55.xml"/><Relationship Id="rId4" Type="http://schemas.openxmlformats.org/officeDocument/2006/relationships/image" Target="../media/image1.emf"/></Relationships>
</file>

<file path=ppt/slideLayouts/_rels/slideLayout2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5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56.xml"/><Relationship Id="rId4" Type="http://schemas.openxmlformats.org/officeDocument/2006/relationships/image" Target="../media/image1.emf"/></Relationships>
</file>

<file path=ppt/slideLayouts/_rels/slideLayout2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6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5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7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58.xml"/><Relationship Id="rId4" Type="http://schemas.openxmlformats.org/officeDocument/2006/relationships/image" Target="../media/image1.emf"/></Relationships>
</file>

<file path=ppt/slideLayouts/_rels/slideLayout2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8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59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9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0.xml"/><Relationship Id="rId4" Type="http://schemas.openxmlformats.org/officeDocument/2006/relationships/image" Target="../media/image1.emf"/></Relationships>
</file>

<file path=ppt/slideLayouts/_rels/slideLayout2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0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1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1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2.xml"/><Relationship Id="rId4" Type="http://schemas.openxmlformats.org/officeDocument/2006/relationships/image" Target="../media/image1.emf"/></Relationships>
</file>

<file path=ppt/slideLayouts/_rels/slideLayout2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2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3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3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4.xml"/><Relationship Id="rId4" Type="http://schemas.openxmlformats.org/officeDocument/2006/relationships/image" Target="../media/image1.emf"/></Relationships>
</file>

<file path=ppt/slideLayouts/_rels/slideLayout2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4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5.xml"/><Relationship Id="rId4" Type="http://schemas.openxmlformats.org/officeDocument/2006/relationships/image" Target="../media/image1.emf"/></Relationships>
</file>

<file path=ppt/slideLayouts/_rels/slideLayout2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5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6.xml"/><Relationship Id="rId4" Type="http://schemas.openxmlformats.org/officeDocument/2006/relationships/image" Target="../media/image1.emf"/></Relationships>
</file>

<file path=ppt/slideLayouts/_rels/slideLayout2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6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7.xml"/><Relationship Id="rId4" Type="http://schemas.openxmlformats.org/officeDocument/2006/relationships/image" Target="../media/image1.emf"/></Relationships>
</file>

<file path=ppt/slideLayouts/_rels/slideLayout2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7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8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8.xml"/></Relationships>
</file>

<file path=ppt/slideLayouts/_rels/slideLayout2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8.xml"/></Relationships>
</file>

<file path=ppt/slideLayouts/_rels/slideLayout2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8.xml"/></Relationships>
</file>

<file path=ppt/slideLayouts/_rels/slideLayout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8.xml"/></Relationships>
</file>

<file path=ppt/slideLayouts/_rels/slideLayout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8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8.xml"/></Relationships>
</file>

<file path=ppt/slideLayouts/_rels/slideLayout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8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8.xml"/></Relationships>
</file>

<file path=ppt/slideLayouts/_rels/slideLayout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8.xml"/></Relationships>
</file>

<file path=ppt/slideLayouts/_rels/slideLayout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8.xml"/></Relationships>
</file>

<file path=ppt/slideLayouts/_rels/slideLayout2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8.xml"/></Relationships>
</file>

<file path=ppt/slideLayouts/_rels/slideLayout2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8.xml"/></Relationships>
</file>

<file path=ppt/slideLayouts/_rels/slideLayout2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8.xml"/></Relationships>
</file>

<file path=ppt/slideLayouts/_rels/slideLayout2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8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8.xml"/></Relationships>
</file>

<file path=ppt/slideLayouts/_rels/slideLayout2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8.xml"/></Relationships>
</file>

<file path=ppt/slideLayouts/_rels/slideLayout2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8.xml"/></Relationships>
</file>

<file path=ppt/slideLayouts/_rels/slideLayout2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8.xml"/></Relationships>
</file>

<file path=ppt/slideLayouts/_rels/slideLayout2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9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71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0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72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1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73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2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74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3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75.xml"/><Relationship Id="rId4" Type="http://schemas.openxmlformats.org/officeDocument/2006/relationships/image" Target="../media/image1.emf"/></Relationships>
</file>

<file path=ppt/slideLayouts/_rels/slideLayout25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4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76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5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5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77.xml"/><Relationship Id="rId4" Type="http://schemas.openxmlformats.org/officeDocument/2006/relationships/image" Target="../media/image1.emf"/></Relationships>
</file>

<file path=ppt/slideLayouts/_rels/slideLayout26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6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78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6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7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79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8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80.xml"/><Relationship Id="rId4" Type="http://schemas.openxmlformats.org/officeDocument/2006/relationships/image" Target="../media/image1.emf"/></Relationships>
</file>

<file path=ppt/slideLayouts/_rels/slideLayout2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9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81.xml"/><Relationship Id="rId4" Type="http://schemas.openxmlformats.org/officeDocument/2006/relationships/image" Target="../media/image1.emf"/></Relationships>
</file>

<file path=ppt/slideLayouts/_rels/slideLayout26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0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82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6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1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8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2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84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2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3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85.xml"/><Relationship Id="rId4" Type="http://schemas.openxmlformats.org/officeDocument/2006/relationships/image" Target="../media/image1.emf"/></Relationships>
</file>

<file path=ppt/slideLayouts/_rels/slideLayout2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4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86.xml"/><Relationship Id="rId4" Type="http://schemas.openxmlformats.org/officeDocument/2006/relationships/image" Target="../media/image1.emf"/></Relationships>
</file>

<file path=ppt/slideLayouts/_rels/slideLayout2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5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87.xml"/><Relationship Id="rId4" Type="http://schemas.openxmlformats.org/officeDocument/2006/relationships/image" Target="../media/image1.emf"/></Relationships>
</file>

<file path=ppt/slideLayouts/_rels/slideLayout2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6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88.xml"/><Relationship Id="rId4" Type="http://schemas.openxmlformats.org/officeDocument/2006/relationships/image" Target="../media/image1.emf"/></Relationships>
</file>

<file path=ppt/slideLayouts/_rels/slideLayout27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7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89.xml"/><Relationship Id="rId4" Type="http://schemas.openxmlformats.org/officeDocument/2006/relationships/image" Target="../media/image1.emf"/></Relationships>
</file>

<file path=ppt/slideLayouts/_rels/slideLayout27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8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90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7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9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91.xml"/><Relationship Id="rId4" Type="http://schemas.openxmlformats.org/officeDocument/2006/relationships/image" Target="../media/image1.emf"/></Relationships>
</file>

<file path=ppt/slideLayouts/_rels/slideLayout27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0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92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1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93.xml"/><Relationship Id="rId4" Type="http://schemas.openxmlformats.org/officeDocument/2006/relationships/image" Target="../media/image1.emf"/></Relationships>
</file>

<file path=ppt/slideLayouts/_rels/slideLayout27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2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94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7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3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95.xml"/><Relationship Id="rId4" Type="http://schemas.openxmlformats.org/officeDocument/2006/relationships/image" Target="../media/image1.emf"/></Relationships>
</file>

<file path=ppt/slideLayouts/_rels/slideLayout27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4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96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27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5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97.xml"/><Relationship Id="rId4" Type="http://schemas.openxmlformats.org/officeDocument/2006/relationships/image" Target="../media/image1.emf"/></Relationships>
</file>

<file path=ppt/slideLayouts/_rels/slideLayout28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6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98.xml"/><Relationship Id="rId4" Type="http://schemas.openxmlformats.org/officeDocument/2006/relationships/image" Target="../media/image1.emf"/></Relationships>
</file>

<file path=ppt/slideLayouts/_rels/slideLayout28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7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99.xml"/><Relationship Id="rId4" Type="http://schemas.openxmlformats.org/officeDocument/2006/relationships/image" Target="../media/image1.emf"/></Relationships>
</file>

<file path=ppt/slideLayouts/_rels/slideLayout2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0.xml"/></Relationships>
</file>

<file path=ppt/slideLayouts/_rels/slideLayout2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0.xml"/></Relationships>
</file>

<file path=ppt/slideLayouts/_rels/slideLayout2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0.xml"/></Relationships>
</file>

<file path=ppt/slideLayouts/_rels/slideLayout2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0.xml"/></Relationships>
</file>

<file path=ppt/slideLayouts/_rels/slideLayout2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0.xml"/></Relationships>
</file>

<file path=ppt/slideLayouts/_rels/slideLayout2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0.xml"/></Relationships>
</file>

<file path=ppt/slideLayouts/_rels/slideLayout2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0.xml"/></Relationships>
</file>

<file path=ppt/slideLayouts/_rels/slideLayout2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0.xml"/></Relationships>
</file>

<file path=ppt/slideLayouts/_rels/slideLayout2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0.xml"/></Relationships>
</file>

<file path=ppt/slideLayouts/_rels/slideLayout2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0.xml"/></Relationships>
</file>

<file path=ppt/slideLayouts/_rels/slideLayout2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0.xml"/></Relationships>
</file>

<file path=ppt/slideLayouts/_rels/slideLayout2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0.xml"/></Relationships>
</file>

<file path=ppt/slideLayouts/_rels/slideLayout2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0.xml"/></Relationships>
</file>

<file path=ppt/slideLayouts/_rels/slideLayout2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0.xml"/></Relationships>
</file>

<file path=ppt/slideLayouts/_rels/slideLayout2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0.xml"/></Relationships>
</file>

<file path=ppt/slideLayouts/_rels/slideLayout3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0.xml"/></Relationships>
</file>

<file path=ppt/slideLayouts/_rels/slideLayout3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0.xml"/></Relationships>
</file>

<file path=ppt/slideLayouts/_rels/slideLayout3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0.xml"/></Relationships>
</file>

<file path=ppt/slideLayouts/_rels/slideLayout3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9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02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0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0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1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04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2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0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3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06.xml"/><Relationship Id="rId4" Type="http://schemas.openxmlformats.org/officeDocument/2006/relationships/image" Target="../media/image1.emf"/></Relationships>
</file>

<file path=ppt/slideLayouts/_rels/slideLayout3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4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0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5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08.xml"/><Relationship Id="rId4" Type="http://schemas.openxmlformats.org/officeDocument/2006/relationships/image" Target="../media/image1.emf"/></Relationships>
</file>

<file path=ppt/slideLayouts/_rels/slideLayout3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6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09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7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10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8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11.xml"/><Relationship Id="rId4" Type="http://schemas.openxmlformats.org/officeDocument/2006/relationships/image" Target="../media/image1.emf"/></Relationships>
</file>

<file path=ppt/slideLayouts/_rels/slideLayout3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9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12.xml"/><Relationship Id="rId4" Type="http://schemas.openxmlformats.org/officeDocument/2006/relationships/image" Target="../media/image1.emf"/></Relationships>
</file>

<file path=ppt/slideLayouts/_rels/slideLayout3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0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1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1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14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2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1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3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16.xml"/><Relationship Id="rId4" Type="http://schemas.openxmlformats.org/officeDocument/2006/relationships/image" Target="../media/image1.emf"/></Relationships>
</file>

<file path=ppt/slideLayouts/_rels/slideLayout3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4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17.xml"/><Relationship Id="rId4" Type="http://schemas.openxmlformats.org/officeDocument/2006/relationships/image" Target="../media/image1.emf"/></Relationships>
</file>

<file path=ppt/slideLayouts/_rels/slideLayout3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5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18.xml"/><Relationship Id="rId4" Type="http://schemas.openxmlformats.org/officeDocument/2006/relationships/image" Target="../media/image1.emf"/></Relationships>
</file>

<file path=ppt/slideLayouts/_rels/slideLayout3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6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19.xml"/><Relationship Id="rId4" Type="http://schemas.openxmlformats.org/officeDocument/2006/relationships/image" Target="../media/image1.emf"/></Relationships>
</file>

<file path=ppt/slideLayouts/_rels/slideLayout3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7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20.xml"/><Relationship Id="rId4" Type="http://schemas.openxmlformats.org/officeDocument/2006/relationships/image" Target="../media/image1.emf"/></Relationships>
</file>

<file path=ppt/slideLayouts/_rels/slideLayout3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8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21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9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22.xml"/><Relationship Id="rId4" Type="http://schemas.openxmlformats.org/officeDocument/2006/relationships/image" Target="../media/image1.emf"/></Relationships>
</file>

<file path=ppt/slideLayouts/_rels/slideLayout3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0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23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1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24.xml"/><Relationship Id="rId4" Type="http://schemas.openxmlformats.org/officeDocument/2006/relationships/image" Target="../media/image1.emf"/></Relationships>
</file>

<file path=ppt/slideLayouts/_rels/slideLayout3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2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25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3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26.xml"/><Relationship Id="rId4" Type="http://schemas.openxmlformats.org/officeDocument/2006/relationships/image" Target="../media/image1.emf"/></Relationships>
</file>

<file path=ppt/slideLayouts/_rels/slideLayout3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4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2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5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28.xml"/><Relationship Id="rId4" Type="http://schemas.openxmlformats.org/officeDocument/2006/relationships/image" Target="../media/image1.emf"/></Relationships>
</file>

<file path=ppt/slideLayouts/_rels/slideLayout3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6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29.xml"/><Relationship Id="rId4" Type="http://schemas.openxmlformats.org/officeDocument/2006/relationships/image" Target="../media/image1.emf"/></Relationships>
</file>

<file path=ppt/slideLayouts/_rels/slideLayout3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7.bin"/><Relationship Id="rId2" Type="http://schemas.openxmlformats.org/officeDocument/2006/relationships/slideMaster" Target="../slideMasters/slideMaster11.xml"/><Relationship Id="rId1" Type="http://schemas.openxmlformats.org/officeDocument/2006/relationships/tags" Target="../tags/tag130.xml"/><Relationship Id="rId4" Type="http://schemas.openxmlformats.org/officeDocument/2006/relationships/image" Target="../media/image1.emf"/></Relationships>
</file>

<file path=ppt/slideLayouts/_rels/slideLayout3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9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32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0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3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1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34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2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3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3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36.xml"/><Relationship Id="rId4" Type="http://schemas.openxmlformats.org/officeDocument/2006/relationships/image" Target="../media/image1.emf"/></Relationships>
</file>

<file path=ppt/slideLayouts/_rels/slideLayout3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4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3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5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38.xml"/><Relationship Id="rId4" Type="http://schemas.openxmlformats.org/officeDocument/2006/relationships/image" Target="../media/image1.emf"/></Relationships>
</file>

<file path=ppt/slideLayouts/_rels/slideLayout3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6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39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7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40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8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41.xml"/><Relationship Id="rId4" Type="http://schemas.openxmlformats.org/officeDocument/2006/relationships/image" Target="../media/image1.emf"/></Relationships>
</file>

<file path=ppt/slideLayouts/_rels/slideLayout3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9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42.xml"/><Relationship Id="rId4" Type="http://schemas.openxmlformats.org/officeDocument/2006/relationships/image" Target="../media/image1.emf"/></Relationships>
</file>

<file path=ppt/slideLayouts/_rels/slideLayout3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0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4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1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44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2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4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3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46.xml"/><Relationship Id="rId4" Type="http://schemas.openxmlformats.org/officeDocument/2006/relationships/image" Target="../media/image1.emf"/></Relationships>
</file>

<file path=ppt/slideLayouts/_rels/slideLayout3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4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47.xml"/><Relationship Id="rId4" Type="http://schemas.openxmlformats.org/officeDocument/2006/relationships/image" Target="../media/image1.emf"/></Relationships>
</file>

<file path=ppt/slideLayouts/_rels/slideLayout3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5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48.xml"/><Relationship Id="rId4" Type="http://schemas.openxmlformats.org/officeDocument/2006/relationships/image" Target="../media/image1.emf"/></Relationships>
</file>

<file path=ppt/slideLayouts/_rels/slideLayout35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6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49.xml"/><Relationship Id="rId4" Type="http://schemas.openxmlformats.org/officeDocument/2006/relationships/image" Target="../media/image1.emf"/></Relationships>
</file>

<file path=ppt/slideLayouts/_rels/slideLayout35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7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50.xml"/><Relationship Id="rId4" Type="http://schemas.openxmlformats.org/officeDocument/2006/relationships/image" Target="../media/image1.emf"/></Relationships>
</file>

<file path=ppt/slideLayouts/_rels/slideLayout36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8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51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6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9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52.xml"/><Relationship Id="rId4" Type="http://schemas.openxmlformats.org/officeDocument/2006/relationships/image" Target="../media/image1.emf"/></Relationships>
</file>

<file path=ppt/slideLayouts/_rels/slideLayout3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0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53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1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54.xml"/><Relationship Id="rId4" Type="http://schemas.openxmlformats.org/officeDocument/2006/relationships/image" Target="../media/image1.emf"/></Relationships>
</file>

<file path=ppt/slideLayouts/_rels/slideLayout36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2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55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6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3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56.xml"/><Relationship Id="rId4" Type="http://schemas.openxmlformats.org/officeDocument/2006/relationships/image" Target="../media/image1.emf"/></Relationships>
</file>

<file path=ppt/slideLayouts/_rels/slideLayout3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4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5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5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58.xml"/><Relationship Id="rId4" Type="http://schemas.openxmlformats.org/officeDocument/2006/relationships/image" Target="../media/image1.emf"/></Relationships>
</file>

<file path=ppt/slideLayouts/_rels/slideLayout3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6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59.xml"/><Relationship Id="rId4" Type="http://schemas.openxmlformats.org/officeDocument/2006/relationships/image" Target="../media/image1.emf"/></Relationships>
</file>

<file path=ppt/slideLayouts/_rels/slideLayout3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7.bin"/><Relationship Id="rId2" Type="http://schemas.openxmlformats.org/officeDocument/2006/relationships/slideMaster" Target="../slideMasters/slideMaster12.xml"/><Relationship Id="rId1" Type="http://schemas.openxmlformats.org/officeDocument/2006/relationships/tags" Target="../tags/tag160.xml"/><Relationship Id="rId4" Type="http://schemas.openxmlformats.org/officeDocument/2006/relationships/image" Target="../media/image1.emf"/></Relationships>
</file>

<file path=ppt/slideLayouts/_rels/slideLayout3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62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7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6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7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64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7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6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7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66.xml"/><Relationship Id="rId4" Type="http://schemas.openxmlformats.org/officeDocument/2006/relationships/image" Target="../media/image1.emf"/></Relationships>
</file>

<file path=ppt/slideLayouts/_rels/slideLayout3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6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7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68.xml"/><Relationship Id="rId4" Type="http://schemas.openxmlformats.org/officeDocument/2006/relationships/image" Target="../media/image1.emf"/></Relationships>
</file>

<file path=ppt/slideLayouts/_rels/slideLayout37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69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7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70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7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71.xml"/><Relationship Id="rId4" Type="http://schemas.openxmlformats.org/officeDocument/2006/relationships/image" Target="../media/image1.emf"/></Relationships>
</file>

<file path=ppt/slideLayouts/_rels/slideLayout38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72.xml"/><Relationship Id="rId4" Type="http://schemas.openxmlformats.org/officeDocument/2006/relationships/image" Target="../media/image1.emf"/></Relationships>
</file>

<file path=ppt/slideLayouts/_rels/slideLayout38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7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8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74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8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7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38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76.xml"/><Relationship Id="rId4" Type="http://schemas.openxmlformats.org/officeDocument/2006/relationships/image" Target="../media/image1.emf"/></Relationships>
</file>

<file path=ppt/slideLayouts/_rels/slideLayout38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77.xml"/><Relationship Id="rId4" Type="http://schemas.openxmlformats.org/officeDocument/2006/relationships/image" Target="../media/image1.emf"/></Relationships>
</file>

<file path=ppt/slideLayouts/_rels/slideLayout38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78.xml"/><Relationship Id="rId4" Type="http://schemas.openxmlformats.org/officeDocument/2006/relationships/image" Target="../media/image1.emf"/></Relationships>
</file>

<file path=ppt/slideLayouts/_rels/slideLayout38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79.xml"/><Relationship Id="rId4" Type="http://schemas.openxmlformats.org/officeDocument/2006/relationships/image" Target="../media/image1.emf"/></Relationships>
</file>

<file path=ppt/slideLayouts/_rels/slideLayout38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80.xml"/><Relationship Id="rId4" Type="http://schemas.openxmlformats.org/officeDocument/2006/relationships/image" Target="../media/image1.emf"/></Relationships>
</file>

<file path=ppt/slideLayouts/_rels/slideLayout38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81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9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82.xml"/><Relationship Id="rId4" Type="http://schemas.openxmlformats.org/officeDocument/2006/relationships/image" Target="../media/image1.emf"/></Relationships>
</file>

<file path=ppt/slideLayouts/_rels/slideLayout39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8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83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9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9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84.xml"/><Relationship Id="rId4" Type="http://schemas.openxmlformats.org/officeDocument/2006/relationships/image" Target="../media/image1.emf"/></Relationships>
</file>

<file path=ppt/slideLayouts/_rels/slideLayout39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85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9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86.xml"/><Relationship Id="rId4" Type="http://schemas.openxmlformats.org/officeDocument/2006/relationships/image" Target="../media/image1.emf"/></Relationships>
</file>

<file path=ppt/slideLayouts/_rels/slideLayout39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2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8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39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3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88.xml"/><Relationship Id="rId4" Type="http://schemas.openxmlformats.org/officeDocument/2006/relationships/image" Target="../media/image1.emf"/></Relationships>
</file>

<file path=ppt/slideLayouts/_rels/slideLayout39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4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89.xml"/><Relationship Id="rId4" Type="http://schemas.openxmlformats.org/officeDocument/2006/relationships/image" Target="../media/image1.emf"/></Relationships>
</file>

<file path=ppt/slideLayouts/_rels/slideLayout39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5.bin"/><Relationship Id="rId2" Type="http://schemas.openxmlformats.org/officeDocument/2006/relationships/slideMaster" Target="../slideMasters/slideMaster13.xml"/><Relationship Id="rId1" Type="http://schemas.openxmlformats.org/officeDocument/2006/relationships/tags" Target="../tags/tag190.xml"/><Relationship Id="rId4" Type="http://schemas.openxmlformats.org/officeDocument/2006/relationships/image" Target="../media/image1.emf"/></Relationships>
</file>

<file path=ppt/slideLayouts/_rels/slideLayout39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9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192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0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0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19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0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1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194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2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19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3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196.xml"/><Relationship Id="rId4" Type="http://schemas.openxmlformats.org/officeDocument/2006/relationships/image" Target="../media/image1.emf"/></Relationships>
</file>

<file path=ppt/slideLayouts/_rels/slideLayout40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4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19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0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5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198.xml"/><Relationship Id="rId4" Type="http://schemas.openxmlformats.org/officeDocument/2006/relationships/image" Target="../media/image1.emf"/></Relationships>
</file>

<file path=ppt/slideLayouts/_rels/slideLayout40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6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199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0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7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00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0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8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01.xml"/><Relationship Id="rId4" Type="http://schemas.openxmlformats.org/officeDocument/2006/relationships/image" Target="../media/image1.emf"/></Relationships>
</file>

<file path=ppt/slideLayouts/_rels/slideLayout40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9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02.xml"/><Relationship Id="rId4" Type="http://schemas.openxmlformats.org/officeDocument/2006/relationships/image" Target="../media/image1.emf"/></Relationships>
</file>

<file path=ppt/slideLayouts/_rels/slideLayout4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0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0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1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04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2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0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3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06.xml"/><Relationship Id="rId4" Type="http://schemas.openxmlformats.org/officeDocument/2006/relationships/image" Target="../media/image1.emf"/></Relationships>
</file>

<file path=ppt/slideLayouts/_rels/slideLayout4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4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07.xml"/><Relationship Id="rId4" Type="http://schemas.openxmlformats.org/officeDocument/2006/relationships/image" Target="../media/image1.emf"/></Relationships>
</file>

<file path=ppt/slideLayouts/_rels/slideLayout4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5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08.xml"/><Relationship Id="rId4" Type="http://schemas.openxmlformats.org/officeDocument/2006/relationships/image" Target="../media/image1.emf"/></Relationships>
</file>

<file path=ppt/slideLayouts/_rels/slideLayout4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6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09.xml"/><Relationship Id="rId4" Type="http://schemas.openxmlformats.org/officeDocument/2006/relationships/image" Target="../media/image1.emf"/></Relationships>
</file>

<file path=ppt/slideLayouts/_rels/slideLayout4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7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10.xml"/><Relationship Id="rId4" Type="http://schemas.openxmlformats.org/officeDocument/2006/relationships/image" Target="../media/image1.emf"/></Relationships>
</file>

<file path=ppt/slideLayouts/_rels/slideLayout4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8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11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9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12.xml"/><Relationship Id="rId4" Type="http://schemas.openxmlformats.org/officeDocument/2006/relationships/image" Target="../media/image1.emf"/></Relationships>
</file>

<file path=ppt/slideLayouts/_rels/slideLayout4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0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13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1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14.xml"/><Relationship Id="rId4" Type="http://schemas.openxmlformats.org/officeDocument/2006/relationships/image" Target="../media/image1.emf"/></Relationships>
</file>

<file path=ppt/slideLayouts/_rels/slideLayout4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2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15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3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16.xml"/><Relationship Id="rId4" Type="http://schemas.openxmlformats.org/officeDocument/2006/relationships/image" Target="../media/image1.emf"/></Relationships>
</file>

<file path=ppt/slideLayouts/_rels/slideLayout4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4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1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5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18.xml"/><Relationship Id="rId4" Type="http://schemas.openxmlformats.org/officeDocument/2006/relationships/image" Target="../media/image1.emf"/></Relationships>
</file>

<file path=ppt/slideLayouts/_rels/slideLayout4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6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19.xml"/><Relationship Id="rId4" Type="http://schemas.openxmlformats.org/officeDocument/2006/relationships/image" Target="../media/image1.emf"/></Relationships>
</file>

<file path=ppt/slideLayouts/_rels/slideLayout4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7.bin"/><Relationship Id="rId2" Type="http://schemas.openxmlformats.org/officeDocument/2006/relationships/slideMaster" Target="../slideMasters/slideMaster14.xml"/><Relationship Id="rId1" Type="http://schemas.openxmlformats.org/officeDocument/2006/relationships/tags" Target="../tags/tag220.xml"/><Relationship Id="rId4" Type="http://schemas.openxmlformats.org/officeDocument/2006/relationships/image" Target="../media/image1.emf"/></Relationships>
</file>

<file path=ppt/slideLayouts/_rels/slideLayout4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9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22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0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2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1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24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2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2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3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26.xml"/><Relationship Id="rId4" Type="http://schemas.openxmlformats.org/officeDocument/2006/relationships/image" Target="../media/image1.emf"/></Relationships>
</file>

<file path=ppt/slideLayouts/_rels/slideLayout4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4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2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5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28.xml"/><Relationship Id="rId4" Type="http://schemas.openxmlformats.org/officeDocument/2006/relationships/image" Target="../media/image1.emf"/></Relationships>
</file>

<file path=ppt/slideLayouts/_rels/slideLayout4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6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29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7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30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8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31.xml"/><Relationship Id="rId4" Type="http://schemas.openxmlformats.org/officeDocument/2006/relationships/image" Target="../media/image1.emf"/></Relationships>
</file>

<file path=ppt/slideLayouts/_rels/slideLayout4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9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32.xml"/><Relationship Id="rId4" Type="http://schemas.openxmlformats.org/officeDocument/2006/relationships/image" Target="../media/image1.emf"/></Relationships>
</file>

<file path=ppt/slideLayouts/_rels/slideLayout4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0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3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1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34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2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35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Layouts/_rels/slideLayout4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3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36.xml"/><Relationship Id="rId4" Type="http://schemas.openxmlformats.org/officeDocument/2006/relationships/image" Target="../media/image1.emf"/></Relationships>
</file>

<file path=ppt/slideLayouts/_rels/slideLayout4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4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37.xml"/><Relationship Id="rId4" Type="http://schemas.openxmlformats.org/officeDocument/2006/relationships/image" Target="../media/image1.emf"/></Relationships>
</file>

<file path=ppt/slideLayouts/_rels/slideLayout4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5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38.xml"/><Relationship Id="rId4" Type="http://schemas.openxmlformats.org/officeDocument/2006/relationships/image" Target="../media/image1.emf"/></Relationships>
</file>

<file path=ppt/slideLayouts/_rels/slideLayout4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6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39.xml"/><Relationship Id="rId4" Type="http://schemas.openxmlformats.org/officeDocument/2006/relationships/image" Target="../media/image1.emf"/></Relationships>
</file>

<file path=ppt/slideLayouts/_rels/slideLayout4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7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40.xml"/><Relationship Id="rId4" Type="http://schemas.openxmlformats.org/officeDocument/2006/relationships/image" Target="../media/image1.emf"/></Relationships>
</file>

<file path=ppt/slideLayouts/_rels/slideLayout4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8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41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9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42.xml"/><Relationship Id="rId4" Type="http://schemas.openxmlformats.org/officeDocument/2006/relationships/image" Target="../media/image1.emf"/></Relationships>
</file>

<file path=ppt/slideLayouts/_rels/slideLayout4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0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43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1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44.xml"/><Relationship Id="rId4" Type="http://schemas.openxmlformats.org/officeDocument/2006/relationships/image" Target="../media/image1.emf"/></Relationships>
</file>

<file path=ppt/slideLayouts/_rels/slideLayout4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2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45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3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46.xml"/><Relationship Id="rId4" Type="http://schemas.openxmlformats.org/officeDocument/2006/relationships/image" Target="../media/image1.emf"/></Relationships>
</file>

<file path=ppt/slideLayouts/_rels/slideLayout4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4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47.xml"/><Relationship Id="rId5" Type="http://schemas.openxmlformats.org/officeDocument/2006/relationships/image" Target="../media/image4.emf"/><Relationship Id="rId4" Type="http://schemas.openxmlformats.org/officeDocument/2006/relationships/image" Target="../media/image1.emf"/></Relationships>
</file>

<file path=ppt/slideLayouts/_rels/slideLayout4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5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48.xml"/><Relationship Id="rId4" Type="http://schemas.openxmlformats.org/officeDocument/2006/relationships/image" Target="../media/image1.emf"/></Relationships>
</file>

<file path=ppt/slideLayouts/_rels/slideLayout4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6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49.xml"/><Relationship Id="rId4" Type="http://schemas.openxmlformats.org/officeDocument/2006/relationships/image" Target="../media/image1.emf"/></Relationships>
</file>

<file path=ppt/slideLayouts/_rels/slideLayout4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7.bin"/><Relationship Id="rId2" Type="http://schemas.openxmlformats.org/officeDocument/2006/relationships/slideMaster" Target="../slideMasters/slideMaster15.xml"/><Relationship Id="rId1" Type="http://schemas.openxmlformats.org/officeDocument/2006/relationships/tags" Target="../tags/tag250.xml"/><Relationship Id="rId4" Type="http://schemas.openxmlformats.org/officeDocument/2006/relationships/image" Target="../media/image1.emf"/></Relationships>
</file>

<file path=ppt/slideLayouts/_rels/slideLayout4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9.bin"/><Relationship Id="rId2" Type="http://schemas.openxmlformats.org/officeDocument/2006/relationships/slideMaster" Target="../slideMasters/slideMaster16.xml"/><Relationship Id="rId1" Type="http://schemas.openxmlformats.org/officeDocument/2006/relationships/tags" Target="../tags/tag252.xml"/><Relationship Id="rId4" Type="http://schemas.openxmlformats.org/officeDocument/2006/relationships/image" Target="../media/image1.emf"/></Relationships>
</file>

<file path=ppt/slideLayouts/_rels/slideLayout45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9.bin"/><Relationship Id="rId2" Type="http://schemas.openxmlformats.org/officeDocument/2006/relationships/slideMaster" Target="../slideMasters/slideMaster17.xml"/><Relationship Id="rId1" Type="http://schemas.openxmlformats.org/officeDocument/2006/relationships/tags" Target="../tags/tag254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7CE2DE95-4C74-4D3C-90B0-2D08AE90E202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2A22524-76A0-408A-BF5D-25F81E733C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675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15AC290-5AFD-443B-A92B-90BCE1A21AF2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2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27B0BA1-1B94-4DDA-BD45-C5BC2DC3E11B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322B953-5667-4832-AD65-DAFB509EE1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91953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D7D13D8-31AB-4C13-890D-6E352CD71465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8AF9014-DAC3-4869-BEB3-045CBB832F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9576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1ECCD9F8-DAAA-4C99-BBAD-79B421D571B1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B5BE00F2-3023-4F65-A41E-DA9145B2482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048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3F188C12-3750-4CCC-BBED-4E6BB33AB8C7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94308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C62790CE-A6B3-476E-9730-ABD4B4B9DE0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D327C5-CD43-47BC-AA5B-5828B41377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756755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27EB6C96-9985-49CA-9032-55BC92FB026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0D73BC6-2257-4DC0-ADBD-134C072B07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413288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1BFC98-D6B0-48C0-A21D-38670493893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33982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3C8AF0-C5EF-45E1-AFF9-5393048502C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79570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383BDE2-ECAB-4837-8DBE-4DCAEAD4C5C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C1A761F4-2E07-4259-9F90-C951BE35818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9021503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9557C6F7-2129-4761-B3F9-2EDB04D84B6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AB06B3F4-3D95-4C6C-8C97-F222B26031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22130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B09E1E7-0144-4495-BF85-DA825C1C620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1B50AE50-B704-4E2F-88E0-8DDAA48158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7930079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0CA03D36-DAF5-4CBB-8DBC-BE444BA06F0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AEA4556C-C100-4CFB-BDD5-65DFC255C9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46672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3F33077-B3E9-4E21-86C2-51450A5A6DE6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A253A56-93E5-4DFD-91D1-EF64684486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6713570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A9B4DB-F704-4565-8A08-C950061D263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18D71F8-FAAF-4B60-B512-728F4D7D17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254039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0730392-6BA5-4A19-9A85-1B3496BBFD4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19E32BE2-F137-48EF-9250-3FC1759D22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6077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4834DCE-A468-4725-B578-85940B5F4B9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40525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1641A5D-D2F8-4898-99FF-E29C33AFCA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D52E92B-34BE-4518-B075-5D01685859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8018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21ABDE6-0103-49F2-9B1E-F97C34FAED1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11901547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ortrait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868363"/>
            <a:ext cx="2367459" cy="392000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6FF65CA9-65CA-4794-A236-FF960452FED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49192" y="1675611"/>
            <a:ext cx="5813822" cy="3112754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65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76778423-08AC-4368-A5CA-813F81B48A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2900" y="5227200"/>
            <a:ext cx="2367900" cy="604800"/>
          </a:xfrm>
        </p:spPr>
        <p:txBody>
          <a:bodyPr/>
          <a:lstStyle>
            <a:lvl1pPr>
              <a:lnSpc>
                <a:spcPct val="85000"/>
              </a:lnSpc>
              <a:defRPr cap="all" baseline="0"/>
            </a:lvl1pPr>
            <a:lvl2pPr>
              <a:lnSpc>
                <a:spcPct val="85000"/>
              </a:lnSpc>
              <a:defRPr cap="all" baseline="0"/>
            </a:lvl2pPr>
            <a:lvl3pPr>
              <a:lnSpc>
                <a:spcPct val="85000"/>
              </a:lnSpc>
              <a:defRPr cap="all" baseline="0"/>
            </a:lvl3pPr>
            <a:lvl4pPr>
              <a:lnSpc>
                <a:spcPct val="85000"/>
              </a:lnSpc>
              <a:defRPr cap="all" baseline="0"/>
            </a:lvl4pPr>
            <a:lvl5pPr>
              <a:lnSpc>
                <a:spcPct val="85000"/>
              </a:lnSpc>
              <a:defRPr cap="all" baseline="0"/>
            </a:lvl5pPr>
          </a:lstStyle>
          <a:p>
            <a:pPr lvl="0"/>
            <a:r>
              <a:rPr lang="de-DE" dirty="0"/>
              <a:t>Add Source </a:t>
            </a:r>
            <a:r>
              <a:rPr lang="de-DE" dirty="0" err="1"/>
              <a:t>citation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977544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ortrait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371B0ED-5F83-4AC2-B10E-C6B185043EC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 noProof="0"/>
              <a:t>Page </a:t>
            </a:r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FDC1295A-5C4A-4ECE-99B9-DDF302E78BC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429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3665C49-B573-4E67-ABD5-85B452ED98D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4378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2" name="Bildplatzhalter 4">
            <a:extLst>
              <a:ext uri="{FF2B5EF4-FFF2-40B4-BE49-F238E27FC236}">
                <a16:creationId xmlns:a16="http://schemas.microsoft.com/office/drawing/2014/main" id="{8B37095D-0A4D-421B-BA2E-FFE09D1C4B1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29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944B5721-21F0-4B60-A305-F3AF9C3306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4378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C46E2E54-1890-4A70-B1E6-53D7E07028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1166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6EB5D8C2-0786-4932-BB02-27C444B4002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90368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42063A52-3B8C-4278-858E-CE82A677D05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6641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B5469E10-8E18-4409-A258-37995A9C3FF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166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BA0EEB96-CD84-41A8-B81D-950E061E594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890368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6BF66DA2-56B8-4709-92DF-27E295304E9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6641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7F57B2D-5F04-46C0-9C90-4E3AC77ACB7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0002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2" name="Textplatzhalter 20">
            <a:extLst>
              <a:ext uri="{FF2B5EF4-FFF2-40B4-BE49-F238E27FC236}">
                <a16:creationId xmlns:a16="http://schemas.microsoft.com/office/drawing/2014/main" id="{99A9D8A6-BD47-4550-A805-AEFCA35560D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0002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3" name="Textplatzhalter 20">
            <a:extLst>
              <a:ext uri="{FF2B5EF4-FFF2-40B4-BE49-F238E27FC236}">
                <a16:creationId xmlns:a16="http://schemas.microsoft.com/office/drawing/2014/main" id="{BB497107-ED65-436E-95D6-0BBB85F358A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443489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4" name="Textplatzhalter 20">
            <a:extLst>
              <a:ext uri="{FF2B5EF4-FFF2-40B4-BE49-F238E27FC236}">
                <a16:creationId xmlns:a16="http://schemas.microsoft.com/office/drawing/2014/main" id="{3E2D1734-A65B-4CC3-B6AE-57243F4AB0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443489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5" name="Textplatzhalter 20">
            <a:extLst>
              <a:ext uri="{FF2B5EF4-FFF2-40B4-BE49-F238E27FC236}">
                <a16:creationId xmlns:a16="http://schemas.microsoft.com/office/drawing/2014/main" id="{FDDC370D-FBA6-4356-85EF-A2C0377C05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15875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6" name="Textplatzhalter 20">
            <a:extLst>
              <a:ext uri="{FF2B5EF4-FFF2-40B4-BE49-F238E27FC236}">
                <a16:creationId xmlns:a16="http://schemas.microsoft.com/office/drawing/2014/main" id="{6CB9D66E-F30D-453A-AB5E-2B7DAB4C2BD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91747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7" name="Textplatzhalter 20">
            <a:extLst>
              <a:ext uri="{FF2B5EF4-FFF2-40B4-BE49-F238E27FC236}">
                <a16:creationId xmlns:a16="http://schemas.microsoft.com/office/drawing/2014/main" id="{89A43C3B-351C-41B5-B60A-2455D09D34D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67618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8" name="Textplatzhalter 20">
            <a:extLst>
              <a:ext uri="{FF2B5EF4-FFF2-40B4-BE49-F238E27FC236}">
                <a16:creationId xmlns:a16="http://schemas.microsoft.com/office/drawing/2014/main" id="{1DBBAFCF-80F3-4C17-82E6-8A52A33BA0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15875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9" name="Textplatzhalter 20">
            <a:extLst>
              <a:ext uri="{FF2B5EF4-FFF2-40B4-BE49-F238E27FC236}">
                <a16:creationId xmlns:a16="http://schemas.microsoft.com/office/drawing/2014/main" id="{391D7730-CA30-4791-ADB0-38EDEF026B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891747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30" name="Textplatzhalter 20">
            <a:extLst>
              <a:ext uri="{FF2B5EF4-FFF2-40B4-BE49-F238E27FC236}">
                <a16:creationId xmlns:a16="http://schemas.microsoft.com/office/drawing/2014/main" id="{B25E81BE-6057-4922-A911-E8913D3980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667618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</p:spTree>
    <p:extLst>
      <p:ext uri="{BB962C8B-B14F-4D97-AF65-F5344CB8AC3E}">
        <p14:creationId xmlns:p14="http://schemas.microsoft.com/office/powerpoint/2010/main" val="13060436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00B0B-3A99-4ED2-80A0-29BB5F07BF1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31902BC-BBA2-4785-A962-F609EFC9AB5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0880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D5878-3396-4C80-857C-A13713411E6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687282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E93D7A2-9ABB-4EAF-B32A-C96E4BAEB5B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79441A11-530F-491B-AA42-4FEC4B05785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40271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395E5E-3BC0-420D-8D76-B2EE3723BA2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5BBC291-A826-4AD6-BAD2-9786033B5B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A11B825-0F8A-4D86-9C2E-50B76B384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95744D-7919-443D-9EF9-D71817A4C59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971142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558456CB-D0C5-4D56-A822-B8F41696E86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E77CCD8-9005-49E5-9145-654DC6D12FF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15636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A44577BE-8977-4CE3-813C-EEE6A3DCFE4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3007106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56928-700B-4413-8066-ADD48C4B69C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79844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A3C7E-64E8-48F0-A788-CF957D50095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311606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BFB6619C-61E7-4569-AD8D-9A8BEB150C51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DA1A691-06CE-458C-9D3B-A0B0D4BBBA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1850" y="2216926"/>
            <a:ext cx="7460301" cy="242415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651A2D68-E869-4819-AD41-ACD8DB7DC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2996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 Start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F12CDE95-931A-41E6-AD2D-3E1E57AE4FB4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796963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 Start Title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D85E758E-CF3C-424D-8BDD-A12BFE93405A}"/>
              </a:ext>
            </a:extLst>
          </p:cNvPr>
          <p:cNvSpPr/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3B405F0-87F4-44FA-B87C-833F42F6AA1C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5943777-EFFB-4E8C-996F-5581E57052E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72024" y="352809"/>
            <a:ext cx="598263" cy="19439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983F949-20B4-4892-90E6-D61E7CD2CB9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034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9444D79D-76BC-4A64-B689-6BA657DB6061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8DF142B6-C623-4E7D-811D-99252751DE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72800" y="352800"/>
            <a:ext cx="5994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93C605E0-BA05-4053-BBC8-0DC6ACF7E8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76811554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Start Title / Picture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05300" y="266400"/>
            <a:ext cx="734400" cy="3672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B6F1DBCC-38F1-42A4-A772-A61AA6182EF3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869FE0F3-6061-4E44-948F-C4C2C06CDE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207511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Divider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0EE205F-B89A-4298-8504-F737917863B9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A9944FBF-C5FD-42B6-A8C1-A91DAF216DF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72024" y="352809"/>
            <a:ext cx="598263" cy="194399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4656E187-50F5-4541-A3F6-5B5BA241C22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85700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D3DFFFC1-A94D-4006-ADB8-4AD65155B641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348438606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C920A763-1178-4F3C-B7BE-1513E1193DC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72800" y="352800"/>
            <a:ext cx="5994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2C1806A2-ADC5-45A0-BF7F-3BD2A1DAFF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4022330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DF25F592-1A68-4F5B-A55E-F2B549EBA4E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B98340F3-1313-46ED-BCD1-B20E6DD911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72800" y="352800"/>
            <a:ext cx="5994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BC965571-8AC8-476F-A019-61FABDD11CD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4909215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C3E4A56-4AFC-43D5-98CB-3827E3AB7CB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6310071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BA1F7DE-EEE3-4AD1-B861-354AB1A3F6C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9117027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72800" y="352800"/>
            <a:ext cx="5994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A44D7A4-AE36-42CD-946A-BCC68CCEBC5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87110DD0-A7E0-46EF-9655-ACD9A6158AA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5851979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1AC9796-1389-44A3-BCEC-8A3B67A7698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8A8D1F2-BB62-4F0F-8D46-B322595EC52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72800" y="352800"/>
            <a:ext cx="5994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2881A90D-864B-41FA-B00E-33B7C39E5D9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086246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F412A91-4D6C-4FDF-B2C2-FF7B8A3DCF0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62F281BA-4AE4-4BDB-9169-FE2BC00DB0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72800" y="352800"/>
            <a:ext cx="5994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D45B30E2-2631-42FF-9E77-E65AC99F1A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1032165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60323E3-69C9-4563-AF31-5EECA9C08DA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6D972703-3071-4896-8FA6-6FDC0215A1C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2161594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379AC27-1CE2-4F6D-82FF-282B2C4A4D8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F54D04D-9567-4171-A60D-261BD0B1809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934974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7C4F4863-6EDE-4B97-AB90-8C11BB2DE6D6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2D017C51-0151-47EE-B678-8C2E4A8B435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894858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Two Pictures /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66DF912-62FE-40B4-B964-7A726FE8045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53BD8865-34B4-49B0-B497-9FAD9BDEEE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5246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260246F-3486-4F0F-91DC-14C93057D23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5909621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Picture / Quote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4B0B9CD-46D2-4B9A-BE4F-C7B61E0A8A1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282ADA8-056A-45E8-BA7C-D1545FD37E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72024" y="352809"/>
            <a:ext cx="598263" cy="194399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B60C8B6-45EB-42A8-B90F-638A00F13F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0324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CAC8003-C554-4C0F-A391-95465399D24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3553285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Portrait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868363"/>
            <a:ext cx="2367459" cy="392000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09642D2B-1738-438F-BDBF-FAFEC83D3F8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49192" y="1675611"/>
            <a:ext cx="5813822" cy="3112754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65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76778423-08AC-4368-A5CA-813F81B48A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2900" y="5227200"/>
            <a:ext cx="2367900" cy="604800"/>
          </a:xfrm>
        </p:spPr>
        <p:txBody>
          <a:bodyPr/>
          <a:lstStyle>
            <a:lvl1pPr>
              <a:lnSpc>
                <a:spcPct val="85000"/>
              </a:lnSpc>
              <a:defRPr cap="all" baseline="0"/>
            </a:lvl1pPr>
            <a:lvl2pPr>
              <a:lnSpc>
                <a:spcPct val="85000"/>
              </a:lnSpc>
              <a:defRPr cap="all" baseline="0"/>
            </a:lvl2pPr>
            <a:lvl3pPr>
              <a:lnSpc>
                <a:spcPct val="85000"/>
              </a:lnSpc>
              <a:defRPr cap="all" baseline="0"/>
            </a:lvl3pPr>
            <a:lvl4pPr>
              <a:lnSpc>
                <a:spcPct val="85000"/>
              </a:lnSpc>
              <a:defRPr cap="all" baseline="0"/>
            </a:lvl4pPr>
            <a:lvl5pPr>
              <a:lnSpc>
                <a:spcPct val="85000"/>
              </a:lnSpc>
              <a:defRPr cap="all" baseline="0"/>
            </a:lvl5pPr>
          </a:lstStyle>
          <a:p>
            <a:pPr lvl="0"/>
            <a:r>
              <a:rPr lang="de-DE" dirty="0"/>
              <a:t>Add Source </a:t>
            </a:r>
            <a:r>
              <a:rPr lang="de-DE" dirty="0" err="1"/>
              <a:t>citation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5610951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Portrait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DA3C65-18A2-42D7-8146-97EB57DF1EF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 noProof="0"/>
              <a:t>Page </a:t>
            </a:r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FDC1295A-5C4A-4ECE-99B9-DDF302E78BC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429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3665C49-B573-4E67-ABD5-85B452ED98D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4378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2" name="Bildplatzhalter 4">
            <a:extLst>
              <a:ext uri="{FF2B5EF4-FFF2-40B4-BE49-F238E27FC236}">
                <a16:creationId xmlns:a16="http://schemas.microsoft.com/office/drawing/2014/main" id="{8B37095D-0A4D-421B-BA2E-FFE09D1C4B1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29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944B5721-21F0-4B60-A305-F3AF9C3306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4378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C46E2E54-1890-4A70-B1E6-53D7E07028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1166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6EB5D8C2-0786-4932-BB02-27C444B4002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90368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42063A52-3B8C-4278-858E-CE82A677D05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6641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B5469E10-8E18-4409-A258-37995A9C3FF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166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BA0EEB96-CD84-41A8-B81D-950E061E594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890368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6BF66DA2-56B8-4709-92DF-27E295304E9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6641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7F57B2D-5F04-46C0-9C90-4E3AC77ACB7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0002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2" name="Textplatzhalter 20">
            <a:extLst>
              <a:ext uri="{FF2B5EF4-FFF2-40B4-BE49-F238E27FC236}">
                <a16:creationId xmlns:a16="http://schemas.microsoft.com/office/drawing/2014/main" id="{99A9D8A6-BD47-4550-A805-AEFCA35560D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0002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3" name="Textplatzhalter 20">
            <a:extLst>
              <a:ext uri="{FF2B5EF4-FFF2-40B4-BE49-F238E27FC236}">
                <a16:creationId xmlns:a16="http://schemas.microsoft.com/office/drawing/2014/main" id="{BB497107-ED65-436E-95D6-0BBB85F358A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443489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4" name="Textplatzhalter 20">
            <a:extLst>
              <a:ext uri="{FF2B5EF4-FFF2-40B4-BE49-F238E27FC236}">
                <a16:creationId xmlns:a16="http://schemas.microsoft.com/office/drawing/2014/main" id="{3E2D1734-A65B-4CC3-B6AE-57243F4AB0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443489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5" name="Textplatzhalter 20">
            <a:extLst>
              <a:ext uri="{FF2B5EF4-FFF2-40B4-BE49-F238E27FC236}">
                <a16:creationId xmlns:a16="http://schemas.microsoft.com/office/drawing/2014/main" id="{FDDC370D-FBA6-4356-85EF-A2C0377C05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15875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6" name="Textplatzhalter 20">
            <a:extLst>
              <a:ext uri="{FF2B5EF4-FFF2-40B4-BE49-F238E27FC236}">
                <a16:creationId xmlns:a16="http://schemas.microsoft.com/office/drawing/2014/main" id="{6CB9D66E-F30D-453A-AB5E-2B7DAB4C2BD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91747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7" name="Textplatzhalter 20">
            <a:extLst>
              <a:ext uri="{FF2B5EF4-FFF2-40B4-BE49-F238E27FC236}">
                <a16:creationId xmlns:a16="http://schemas.microsoft.com/office/drawing/2014/main" id="{89A43C3B-351C-41B5-B60A-2455D09D34D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67618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8" name="Textplatzhalter 20">
            <a:extLst>
              <a:ext uri="{FF2B5EF4-FFF2-40B4-BE49-F238E27FC236}">
                <a16:creationId xmlns:a16="http://schemas.microsoft.com/office/drawing/2014/main" id="{1DBBAFCF-80F3-4C17-82E6-8A52A33BA0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15875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9" name="Textplatzhalter 20">
            <a:extLst>
              <a:ext uri="{FF2B5EF4-FFF2-40B4-BE49-F238E27FC236}">
                <a16:creationId xmlns:a16="http://schemas.microsoft.com/office/drawing/2014/main" id="{391D7730-CA30-4791-ADB0-38EDEF026B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891747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30" name="Textplatzhalter 20">
            <a:extLst>
              <a:ext uri="{FF2B5EF4-FFF2-40B4-BE49-F238E27FC236}">
                <a16:creationId xmlns:a16="http://schemas.microsoft.com/office/drawing/2014/main" id="{B25E81BE-6057-4922-A911-E8913D3980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667618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</p:spTree>
    <p:extLst>
      <p:ext uri="{BB962C8B-B14F-4D97-AF65-F5344CB8AC3E}">
        <p14:creationId xmlns:p14="http://schemas.microsoft.com/office/powerpoint/2010/main" val="227951305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Quote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bg1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AFA09-BEC0-4F29-8FD2-361F5C5FDF1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042C758-D9A3-4E12-BCBA-36E228CE4A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72024" y="352809"/>
            <a:ext cx="598263" cy="194399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9C2C381-1C90-45DF-8513-6E76B079D07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83213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FECD1-82AC-4B87-A6AE-36860AF7D10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337300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Final Picture /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 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C5D7D14-9FC7-4C2B-BB1E-C9C78AFFF17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CB09CC8-63E2-42BA-90D5-C76AFCD543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72024" y="352809"/>
            <a:ext cx="598263" cy="19439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42BE7F77-5CCB-4D1F-B4B2-772B40F9997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20456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395E5E-3BC0-420D-8D76-B2EE3723BA2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168502-4FA9-4E7B-80AA-1A8243A0F77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A11B825-0F8A-4D86-9C2E-50B76B384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95744D-7919-443D-9EF9-D71817A4C59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4887099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Final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71625323-E27D-41C3-AF6C-67F34F67AB0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bg1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8F8FCE0-560D-4799-9EFE-24B990A6AC0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72024" y="352809"/>
            <a:ext cx="598263" cy="19439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EF33FF22-05C2-4A58-BB7A-08C95EEFE8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42685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1CDD0D3B-7F15-4099-9338-52C2222B17C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99308857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19D0D-443B-4F50-B0FC-7F460674F43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0883525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E890C-8A64-45DB-9326-D926407D0DC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4738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 Start Logo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2E6EFD16-2515-4877-AA3D-DB62F2B01031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C2E6948-98C0-45A8-AD1D-31E280C76B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72529" y="2293200"/>
            <a:ext cx="5998945" cy="22716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618AAB04-86E9-4A30-BC19-F177B0363F7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5241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 Start Logo Cam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F0D92AE-32E2-4A79-BC0B-C455D2608909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C2E6948-98C0-45A8-AD1D-31E280C76B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72529" y="2293200"/>
            <a:ext cx="5998945" cy="22716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679B4C15-D0AB-4E45-8FB3-9ACD706D455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627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 Start Logo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71AD4920-31A7-42B0-B6EB-B25B8E93A126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C2E6948-98C0-45A8-AD1D-31E280C76B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72530" y="2293200"/>
            <a:ext cx="5998943" cy="22716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5E5B023A-2F06-40CD-A378-7D8818C4FC8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85718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 Start Titl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CED04D1C-C6E8-4B69-993A-192BD86F79B6}"/>
              </a:ext>
            </a:extLst>
          </p:cNvPr>
          <p:cNvSpPr/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30641F09-EF9F-4E3D-BC22-0E5134470225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037C6BFF-F168-4391-BE78-D109D5FD455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6"/>
            <a:ext cx="513377" cy="19439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75D585F-CCFB-494A-B514-F00537BD604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2611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 Start Title Cam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CED04D1C-C6E8-4B69-993A-192BD86F79B6}"/>
              </a:ext>
            </a:extLst>
          </p:cNvPr>
          <p:cNvSpPr/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F2EDB2B7-56D6-4413-9C9E-1DF287EA37AC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037C6BFF-F168-4391-BE78-D109D5FD455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3"/>
            <a:ext cx="513377" cy="19439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374F7B4C-01E1-456B-BC6A-51536380ECD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06572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 Start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4758795-908D-4690-9F67-B1BD60AB127D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33571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56500" y="352800"/>
            <a:ext cx="5130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C466617-EEA5-427B-937C-2271DAEDDEA4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69783BF-A458-49DA-9121-3EB15CBE68F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027218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56500" y="352800"/>
            <a:ext cx="5130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BBFCE26A-DAF6-474E-9ACA-A23B9B439747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A2417E8-3A95-4101-AB81-7E3AF89426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5594837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7F5CB6A-CFD1-4741-809E-E70DCB750CB3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24595CE-77A3-4C76-B563-E9EC6AD80E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6"/>
            <a:ext cx="513377" cy="194399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F413F97A-6ED8-4A30-81B3-8078E278615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954674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Divider Cam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0FA6AFE-E3E6-4478-8F01-36CF0A1E6A2C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24595CE-77A3-4C76-B563-E9EC6AD80E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3"/>
            <a:ext cx="513377" cy="194398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6DB09765-04BB-42B0-B069-8C88DC6E998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31362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CB282F18-A044-4A85-89F0-EF526124D715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240525066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21791A6-706C-4903-9569-61E6E774F30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31D98F67-78C7-4C21-B9A6-54DB1677B69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56500" y="352800"/>
            <a:ext cx="5130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1760C3FE-E0A2-41E5-B429-7BD81A397B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771645804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0B15C7A2-E04B-409C-9AAA-49C6C17175B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5D330E3D-8C03-4B81-BFE4-3285B55362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56500" y="352800"/>
            <a:ext cx="5130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439C070C-B814-411D-828F-6D43FAECFE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70242229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092AC9C-B1EA-4D8F-A89C-B2F8733F699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556561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2E91FEE-DAF4-4DC4-AEF1-31115AF6602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971774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62B3A72C-A4BB-4872-B755-E94A3B5C693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22EAD195-954C-46C1-9CCA-3F1A10F1FC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56500" y="352800"/>
            <a:ext cx="5130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B25FD1C-DFCA-4943-872A-A71B93B401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6272066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E7CD7267-B801-48F6-8618-6D9A0EBA762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F308E92A-D08F-4CA4-9E51-825D278E9D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56500" y="352800"/>
            <a:ext cx="5130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8AFDBF8F-60C9-4022-87AB-07CB9C8C28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8503653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675A054-6FB6-4C20-85D8-5F0B552E91B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635E344E-CBA8-40C5-AC9D-3BEE5DC399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56500" y="352800"/>
            <a:ext cx="5130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2E4E638D-4937-40D8-B9B5-0905817D47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47711087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8CDA8EC-A705-40A0-94F8-52B9D40B51B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735546E9-7657-42E0-BF46-C7F601DB9D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4622418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69550AD3-532F-432B-AA6E-F6509E22D53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854BD379-A814-4670-B93F-B76C02CB86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6077253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D9627EF2-5ED1-4755-A92E-C706551FACF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357684CB-6C9F-488B-8B95-0E961BE948F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2549264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6536748-5E07-4C91-B77E-CE7B32762BF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1F129E06-7212-491B-8410-063379130A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851366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wo Pictures / Cam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006ACC3-0BB4-483D-9A1A-684884F3A9B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5FB52034-A8BF-4E52-B2D9-4E58D9B0D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57971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E802F46-6F52-44AB-A0B4-FB847616DAA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8259769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31AE377-FFB1-4238-B53E-2722268E20A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93333F5-8A12-47D6-B21B-FDCA6A768F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6"/>
            <a:ext cx="513377" cy="194399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6DB67426-34EC-4C55-9768-D2B6DDB83DE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4755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Picture / Quote Cam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4C4CBB6-EC0F-474B-8986-6990E44F0F5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bg1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93333F5-8A12-47D6-B21B-FDCA6A768F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3"/>
            <a:ext cx="513377" cy="19439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06A2D06-DFDC-4B6E-A6F1-CBFDEA12387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37443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D083426-5EC0-48C8-BEDA-90603E9EA86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4192402443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Portrait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868363"/>
            <a:ext cx="2367459" cy="392000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25324D8-2EE1-4F38-A8F5-8FADC12F3FB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49192" y="1675611"/>
            <a:ext cx="5813822" cy="3112754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65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76778423-08AC-4368-A5CA-813F81B48A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2900" y="5227200"/>
            <a:ext cx="2367900" cy="604800"/>
          </a:xfrm>
        </p:spPr>
        <p:txBody>
          <a:bodyPr/>
          <a:lstStyle>
            <a:lvl1pPr>
              <a:lnSpc>
                <a:spcPct val="85000"/>
              </a:lnSpc>
              <a:defRPr cap="all" baseline="0"/>
            </a:lvl1pPr>
            <a:lvl2pPr>
              <a:lnSpc>
                <a:spcPct val="85000"/>
              </a:lnSpc>
              <a:defRPr cap="all" baseline="0"/>
            </a:lvl2pPr>
            <a:lvl3pPr>
              <a:lnSpc>
                <a:spcPct val="85000"/>
              </a:lnSpc>
              <a:defRPr cap="all" baseline="0"/>
            </a:lvl3pPr>
            <a:lvl4pPr>
              <a:lnSpc>
                <a:spcPct val="85000"/>
              </a:lnSpc>
              <a:defRPr cap="all" baseline="0"/>
            </a:lvl4pPr>
            <a:lvl5pPr>
              <a:lnSpc>
                <a:spcPct val="85000"/>
              </a:lnSpc>
              <a:defRPr cap="all" baseline="0"/>
            </a:lvl5pPr>
          </a:lstStyle>
          <a:p>
            <a:pPr lvl="0"/>
            <a:r>
              <a:rPr lang="de-DE" dirty="0"/>
              <a:t>Add Source </a:t>
            </a:r>
            <a:r>
              <a:rPr lang="de-DE" dirty="0" err="1"/>
              <a:t>citation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1935020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Portrait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7B40ECE-D834-4FA8-8900-B68319E0A70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 noProof="0"/>
              <a:t>Page </a:t>
            </a:r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FDC1295A-5C4A-4ECE-99B9-DDF302E78BC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429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3665C49-B573-4E67-ABD5-85B452ED98D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4378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2" name="Bildplatzhalter 4">
            <a:extLst>
              <a:ext uri="{FF2B5EF4-FFF2-40B4-BE49-F238E27FC236}">
                <a16:creationId xmlns:a16="http://schemas.microsoft.com/office/drawing/2014/main" id="{8B37095D-0A4D-421B-BA2E-FFE09D1C4B1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29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944B5721-21F0-4B60-A305-F3AF9C3306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4378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C46E2E54-1890-4A70-B1E6-53D7E07028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1166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6EB5D8C2-0786-4932-BB02-27C444B4002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90368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42063A52-3B8C-4278-858E-CE82A677D05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6641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B5469E10-8E18-4409-A258-37995A9C3FF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166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BA0EEB96-CD84-41A8-B81D-950E061E594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890368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6BF66DA2-56B8-4709-92DF-27E295304E9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6641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7F57B2D-5F04-46C0-9C90-4E3AC77ACB7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0002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2" name="Textplatzhalter 20">
            <a:extLst>
              <a:ext uri="{FF2B5EF4-FFF2-40B4-BE49-F238E27FC236}">
                <a16:creationId xmlns:a16="http://schemas.microsoft.com/office/drawing/2014/main" id="{99A9D8A6-BD47-4550-A805-AEFCA35560D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0002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3" name="Textplatzhalter 20">
            <a:extLst>
              <a:ext uri="{FF2B5EF4-FFF2-40B4-BE49-F238E27FC236}">
                <a16:creationId xmlns:a16="http://schemas.microsoft.com/office/drawing/2014/main" id="{BB497107-ED65-436E-95D6-0BBB85F358A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443489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4" name="Textplatzhalter 20">
            <a:extLst>
              <a:ext uri="{FF2B5EF4-FFF2-40B4-BE49-F238E27FC236}">
                <a16:creationId xmlns:a16="http://schemas.microsoft.com/office/drawing/2014/main" id="{3E2D1734-A65B-4CC3-B6AE-57243F4AB0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443489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5" name="Textplatzhalter 20">
            <a:extLst>
              <a:ext uri="{FF2B5EF4-FFF2-40B4-BE49-F238E27FC236}">
                <a16:creationId xmlns:a16="http://schemas.microsoft.com/office/drawing/2014/main" id="{FDDC370D-FBA6-4356-85EF-A2C0377C05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15875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6" name="Textplatzhalter 20">
            <a:extLst>
              <a:ext uri="{FF2B5EF4-FFF2-40B4-BE49-F238E27FC236}">
                <a16:creationId xmlns:a16="http://schemas.microsoft.com/office/drawing/2014/main" id="{6CB9D66E-F30D-453A-AB5E-2B7DAB4C2BD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91747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7" name="Textplatzhalter 20">
            <a:extLst>
              <a:ext uri="{FF2B5EF4-FFF2-40B4-BE49-F238E27FC236}">
                <a16:creationId xmlns:a16="http://schemas.microsoft.com/office/drawing/2014/main" id="{89A43C3B-351C-41B5-B60A-2455D09D34D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67618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8" name="Textplatzhalter 20">
            <a:extLst>
              <a:ext uri="{FF2B5EF4-FFF2-40B4-BE49-F238E27FC236}">
                <a16:creationId xmlns:a16="http://schemas.microsoft.com/office/drawing/2014/main" id="{1DBBAFCF-80F3-4C17-82E6-8A52A33BA0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15875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9" name="Textplatzhalter 20">
            <a:extLst>
              <a:ext uri="{FF2B5EF4-FFF2-40B4-BE49-F238E27FC236}">
                <a16:creationId xmlns:a16="http://schemas.microsoft.com/office/drawing/2014/main" id="{391D7730-CA30-4791-ADB0-38EDEF026B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891747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30" name="Textplatzhalter 20">
            <a:extLst>
              <a:ext uri="{FF2B5EF4-FFF2-40B4-BE49-F238E27FC236}">
                <a16:creationId xmlns:a16="http://schemas.microsoft.com/office/drawing/2014/main" id="{B25E81BE-6057-4922-A911-E8913D3980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667618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</p:spTree>
    <p:extLst>
      <p:ext uri="{BB962C8B-B14F-4D97-AF65-F5344CB8AC3E}">
        <p14:creationId xmlns:p14="http://schemas.microsoft.com/office/powerpoint/2010/main" val="3385565264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8ADBA-703A-4C9F-AF62-44C0E4D8798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A39AFF-9CFD-4F16-BDB8-5A91AB7B5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6"/>
            <a:ext cx="513377" cy="194399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1E4E328-D571-4B9D-936A-74D430FB7E7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68299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Quote Cam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bg1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451D7-2814-4082-9B26-35EDDCF8AC6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A39AFF-9CFD-4F16-BDB8-5A91AB7B5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3"/>
            <a:ext cx="513377" cy="19439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B948F2DD-962E-41C1-B672-364092D453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102010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D84F0D-6F91-431F-8FBF-B05C5323F14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3676572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 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0A0C067-ADE9-4A88-980A-DE32B92CAC1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52A016B-CAF3-48BB-B88F-92E35DDF4D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6"/>
            <a:ext cx="513377" cy="19439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B6C9D522-722D-4242-8DEF-A318EEFAACC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8021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Final Picture / Cam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 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44DC4EB-4B82-4660-A670-D3D28CC1644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52A016B-CAF3-48BB-B88F-92E35DDF4D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6"/>
            <a:ext cx="513377" cy="19439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47657DDF-4A69-45EF-9604-CDA5DB895B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673103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395E5E-3BC0-420D-8D76-B2EE3723BA2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5C52E98-4ACA-4184-AF65-6C8303B4758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A11B825-0F8A-4D86-9C2E-50B76B384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95744D-7919-443D-9EF9-D71817A4C59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6108418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F46D64EC-2C8D-44E1-B6E7-2EF94471E4C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2540CA7-B6FC-464D-8B28-2786F81FB5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6"/>
            <a:ext cx="513377" cy="19439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FB17E64A-6098-4861-B7A2-B17A452FDA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73003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Final Cam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844202A2-8BE0-44BD-A69C-B4BCB0D25E2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bg1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2540CA7-B6FC-464D-8B28-2786F81FB5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9" y="352613"/>
            <a:ext cx="513377" cy="19439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35FFA512-C9FD-40CC-9B80-0F187F5A142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564913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0C3700EA-4E3A-451F-82B9-44C375727F0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75409457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AE9D3-8C3F-46C0-9586-E47DFB6F636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9672341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DB633-24CE-43C0-A1D7-346DDED4741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05187240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67E443C-4CF2-400D-9D84-D66E225B1087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2A22524-76A0-408A-BF5D-25F81E733C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30000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0F74AC6-75E2-453E-A1DE-3F6B013A6DDE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2173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6222DC7-F10F-4496-9ED3-3EA80377DE13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322B953-5667-4832-AD65-DAFB509EE1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8154117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8AACE8B-FD4D-4151-9A73-928F5FB056E4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8AF9014-DAC3-4869-BEB3-045CBB832F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178030480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93E3EA61-7E3A-4B34-B655-E6F5D5106C1D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B5BE00F2-3023-4F65-A41E-DA9145B2482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403929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CE2AE9B-7511-4825-9419-3B2F605213F3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3776923128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E7C2932-B1B1-40AB-BD3E-E439785194B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D327C5-CD43-47BC-AA5B-5828B41377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83361722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0B105F9-CE05-4599-AABB-2E4F2D189CC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0D73BC6-2257-4DC0-ADBD-134C072B07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978050188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05C87FC-097B-40AF-8510-6CA5B991789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10101310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9043D3-62C0-476D-80EE-89EB01F3DE5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08719219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43DD8EC-D496-465C-B621-C6B819A9AD3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C1A761F4-2E07-4259-9F90-C951BE35818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78414187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9CFCF7D-79B1-4001-BB64-CFA757C62F6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AB06B3F4-3D95-4C6C-8C97-F222B26031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927736392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79F25FF-5F00-49CC-96AE-6E5ACAA0B73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1B50AE50-B704-4E2F-88E0-8DDAA48158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472855480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3878621-DF10-4EB1-8CA3-677862755C7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AEA4556C-C100-4CFB-BDD5-65DFC255C9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289705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7505A0A-2B7B-42D1-A038-757E79F4586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A253A56-93E5-4DFD-91D1-EF64684486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2010242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B7568BE0-D5A0-4408-9F47-D281563DCD6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18D71F8-FAAF-4B60-B512-728F4D7D17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95789126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90AE14F-64C9-4663-8F37-D8BD99A178C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19E32BE2-F137-48EF-9250-3FC1759D22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382797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9D36821-821F-43AC-8524-317F2868BBE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46799877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17A0B25-14B0-4A21-8204-0B279F2282C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D52E92B-34BE-4518-B075-5D01685859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854501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C98B265-44F9-4BFF-9E5B-8ECE0881EF5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2417929846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ortrait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868363"/>
            <a:ext cx="2367459" cy="392000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00971ED-458A-4596-A11C-7318F33A4D6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49192" y="1675611"/>
            <a:ext cx="5813822" cy="3112754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65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76778423-08AC-4368-A5CA-813F81B48A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2900" y="5227200"/>
            <a:ext cx="2367900" cy="604800"/>
          </a:xfrm>
        </p:spPr>
        <p:txBody>
          <a:bodyPr/>
          <a:lstStyle>
            <a:lvl1pPr>
              <a:lnSpc>
                <a:spcPct val="85000"/>
              </a:lnSpc>
              <a:defRPr cap="all" baseline="0"/>
            </a:lvl1pPr>
            <a:lvl2pPr>
              <a:lnSpc>
                <a:spcPct val="85000"/>
              </a:lnSpc>
              <a:defRPr cap="all" baseline="0"/>
            </a:lvl2pPr>
            <a:lvl3pPr>
              <a:lnSpc>
                <a:spcPct val="85000"/>
              </a:lnSpc>
              <a:defRPr cap="all" baseline="0"/>
            </a:lvl3pPr>
            <a:lvl4pPr>
              <a:lnSpc>
                <a:spcPct val="85000"/>
              </a:lnSpc>
              <a:defRPr cap="all" baseline="0"/>
            </a:lvl4pPr>
            <a:lvl5pPr>
              <a:lnSpc>
                <a:spcPct val="85000"/>
              </a:lnSpc>
              <a:defRPr cap="all" baseline="0"/>
            </a:lvl5pPr>
          </a:lstStyle>
          <a:p>
            <a:pPr lvl="0"/>
            <a:r>
              <a:rPr lang="de-DE" dirty="0"/>
              <a:t>Add Source </a:t>
            </a:r>
            <a:r>
              <a:rPr lang="de-DE" dirty="0" err="1"/>
              <a:t>citation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8576456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ortrait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619A2EC-05F0-47B3-BC95-068B34DEED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 noProof="0"/>
              <a:t>Page </a:t>
            </a:r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FDC1295A-5C4A-4ECE-99B9-DDF302E78BC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429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3665C49-B573-4E67-ABD5-85B452ED98D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4378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2" name="Bildplatzhalter 4">
            <a:extLst>
              <a:ext uri="{FF2B5EF4-FFF2-40B4-BE49-F238E27FC236}">
                <a16:creationId xmlns:a16="http://schemas.microsoft.com/office/drawing/2014/main" id="{8B37095D-0A4D-421B-BA2E-FFE09D1C4B1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29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944B5721-21F0-4B60-A305-F3AF9C3306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4378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C46E2E54-1890-4A70-B1E6-53D7E07028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1166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6EB5D8C2-0786-4932-BB02-27C444B4002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90368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42063A52-3B8C-4278-858E-CE82A677D05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6641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B5469E10-8E18-4409-A258-37995A9C3FF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166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BA0EEB96-CD84-41A8-B81D-950E061E594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890368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6BF66DA2-56B8-4709-92DF-27E295304E9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6641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7F57B2D-5F04-46C0-9C90-4E3AC77ACB7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0002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2" name="Textplatzhalter 20">
            <a:extLst>
              <a:ext uri="{FF2B5EF4-FFF2-40B4-BE49-F238E27FC236}">
                <a16:creationId xmlns:a16="http://schemas.microsoft.com/office/drawing/2014/main" id="{99A9D8A6-BD47-4550-A805-AEFCA35560D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0002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3" name="Textplatzhalter 20">
            <a:extLst>
              <a:ext uri="{FF2B5EF4-FFF2-40B4-BE49-F238E27FC236}">
                <a16:creationId xmlns:a16="http://schemas.microsoft.com/office/drawing/2014/main" id="{BB497107-ED65-436E-95D6-0BBB85F358A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443489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4" name="Textplatzhalter 20">
            <a:extLst>
              <a:ext uri="{FF2B5EF4-FFF2-40B4-BE49-F238E27FC236}">
                <a16:creationId xmlns:a16="http://schemas.microsoft.com/office/drawing/2014/main" id="{3E2D1734-A65B-4CC3-B6AE-57243F4AB0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443489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5" name="Textplatzhalter 20">
            <a:extLst>
              <a:ext uri="{FF2B5EF4-FFF2-40B4-BE49-F238E27FC236}">
                <a16:creationId xmlns:a16="http://schemas.microsoft.com/office/drawing/2014/main" id="{FDDC370D-FBA6-4356-85EF-A2C0377C05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15875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6" name="Textplatzhalter 20">
            <a:extLst>
              <a:ext uri="{FF2B5EF4-FFF2-40B4-BE49-F238E27FC236}">
                <a16:creationId xmlns:a16="http://schemas.microsoft.com/office/drawing/2014/main" id="{6CB9D66E-F30D-453A-AB5E-2B7DAB4C2BD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91747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7" name="Textplatzhalter 20">
            <a:extLst>
              <a:ext uri="{FF2B5EF4-FFF2-40B4-BE49-F238E27FC236}">
                <a16:creationId xmlns:a16="http://schemas.microsoft.com/office/drawing/2014/main" id="{89A43C3B-351C-41B5-B60A-2455D09D34D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67618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8" name="Textplatzhalter 20">
            <a:extLst>
              <a:ext uri="{FF2B5EF4-FFF2-40B4-BE49-F238E27FC236}">
                <a16:creationId xmlns:a16="http://schemas.microsoft.com/office/drawing/2014/main" id="{1DBBAFCF-80F3-4C17-82E6-8A52A33BA0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15875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9" name="Textplatzhalter 20">
            <a:extLst>
              <a:ext uri="{FF2B5EF4-FFF2-40B4-BE49-F238E27FC236}">
                <a16:creationId xmlns:a16="http://schemas.microsoft.com/office/drawing/2014/main" id="{391D7730-CA30-4791-ADB0-38EDEF026B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891747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30" name="Textplatzhalter 20">
            <a:extLst>
              <a:ext uri="{FF2B5EF4-FFF2-40B4-BE49-F238E27FC236}">
                <a16:creationId xmlns:a16="http://schemas.microsoft.com/office/drawing/2014/main" id="{B25E81BE-6057-4922-A911-E8913D3980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667618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</p:spTree>
    <p:extLst>
      <p:ext uri="{BB962C8B-B14F-4D97-AF65-F5344CB8AC3E}">
        <p14:creationId xmlns:p14="http://schemas.microsoft.com/office/powerpoint/2010/main" val="4258544523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83D29-069A-49C9-863E-7C000EB9AF5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31902BC-BBA2-4785-A962-F609EFC9AB5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85506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D9516D-0F63-4427-9EDF-6043F952912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3754160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148F8D1-E129-492C-8FFA-25201FDB2EB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79441A11-530F-491B-AA42-4FEC4B05785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902940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395E5E-3BC0-420D-8D76-B2EE3723BA2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7BE14D2-B343-4569-8BBB-B9D77202603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A11B825-0F8A-4D86-9C2E-50B76B384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95744D-7919-443D-9EF9-D71817A4C59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13698492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1520A9E2-FFB9-4509-87AD-06F67DE0D31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E77CCD8-9005-49E5-9145-654DC6D12FF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875604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0929E8D2-C28A-4B56-945C-18F3745C62E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1836657174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E4C08-093A-4E54-95CB-1A517D9352B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03001469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8DC90-51C7-432A-836D-93FA669B9AB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6703752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7CE2DE95-4C74-4D3C-90B0-2D08AE90E202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2A22524-76A0-408A-BF5D-25F81E733C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196876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15AC290-5AFD-443B-A92B-90BCE1A21AF2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183510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27B0BA1-1B94-4DDA-BD45-C5BC2DC3E11B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322B953-5667-4832-AD65-DAFB509EE1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55641060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D7D13D8-31AB-4C13-890D-6E352CD71465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8AF9014-DAC3-4869-BEB3-045CBB832F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47125430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1ECCD9F8-DAAA-4C99-BBAD-79B421D571B1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B5BE00F2-3023-4F65-A41E-DA9145B2482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295230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3F188C12-3750-4CCC-BBED-4E6BB33AB8C7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1820360324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C62790CE-A6B3-476E-9730-ABD4B4B9DE0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D327C5-CD43-47BC-AA5B-5828B41377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473402260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27EB6C96-9985-49CA-9032-55BC92FB026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0D73BC6-2257-4DC0-ADBD-134C072B07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86575270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1BFC98-D6B0-48C0-A21D-38670493893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85841846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3C8AF0-C5EF-45E1-AFF9-5393048502C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4695028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383BDE2-ECAB-4837-8DBE-4DCAEAD4C5C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C1A761F4-2E07-4259-9F90-C951BE35818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971714608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9557C6F7-2129-4761-B3F9-2EDB04D84B6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AB06B3F4-3D95-4C6C-8C97-F222B26031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85526355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B09E1E7-0144-4495-BF85-DA825C1C620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1B50AE50-B704-4E2F-88E0-8DDAA48158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020171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0CA03D36-DAF5-4CBB-8DBC-BE444BA06F0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AEA4556C-C100-4CFB-BDD5-65DFC255C9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7401033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3F33077-B3E9-4E21-86C2-51450A5A6DE6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A253A56-93E5-4DFD-91D1-EF64684486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770866512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A9B4DB-F704-4565-8A08-C950061D263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18D71F8-FAAF-4B60-B512-728F4D7D17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38370254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0730392-6BA5-4A19-9A85-1B3496BBFD4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19E32BE2-F137-48EF-9250-3FC1759D22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99353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4834DCE-A468-4725-B578-85940B5F4B9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2581379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1641A5D-D2F8-4898-99FF-E29C33AFCA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D52E92B-34BE-4518-B075-5D01685859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29777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21ABDE6-0103-49F2-9B1E-F97C34FAED1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2552365696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ortrait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868363"/>
            <a:ext cx="2367459" cy="392000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6FF65CA9-65CA-4794-A236-FF960452FED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49192" y="1675611"/>
            <a:ext cx="5813822" cy="3112754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65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76778423-08AC-4368-A5CA-813F81B48A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2900" y="5227200"/>
            <a:ext cx="2367900" cy="604800"/>
          </a:xfrm>
        </p:spPr>
        <p:txBody>
          <a:bodyPr/>
          <a:lstStyle>
            <a:lvl1pPr>
              <a:lnSpc>
                <a:spcPct val="85000"/>
              </a:lnSpc>
              <a:defRPr cap="all" baseline="0"/>
            </a:lvl1pPr>
            <a:lvl2pPr>
              <a:lnSpc>
                <a:spcPct val="85000"/>
              </a:lnSpc>
              <a:defRPr cap="all" baseline="0"/>
            </a:lvl2pPr>
            <a:lvl3pPr>
              <a:lnSpc>
                <a:spcPct val="85000"/>
              </a:lnSpc>
              <a:defRPr cap="all" baseline="0"/>
            </a:lvl3pPr>
            <a:lvl4pPr>
              <a:lnSpc>
                <a:spcPct val="85000"/>
              </a:lnSpc>
              <a:defRPr cap="all" baseline="0"/>
            </a:lvl4pPr>
            <a:lvl5pPr>
              <a:lnSpc>
                <a:spcPct val="85000"/>
              </a:lnSpc>
              <a:defRPr cap="all" baseline="0"/>
            </a:lvl5pPr>
          </a:lstStyle>
          <a:p>
            <a:pPr lvl="0"/>
            <a:r>
              <a:rPr lang="de-DE" dirty="0"/>
              <a:t>Add Source </a:t>
            </a:r>
            <a:r>
              <a:rPr lang="de-DE" dirty="0" err="1"/>
              <a:t>citation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0489383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ortrait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371B0ED-5F83-4AC2-B10E-C6B185043EC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Footer (edit via Insert &gt; Header &amp; Footer)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 noProof="0"/>
              <a:t>Page </a:t>
            </a:r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FDC1295A-5C4A-4ECE-99B9-DDF302E78BC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429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3665C49-B573-4E67-ABD5-85B452ED98D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4378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2" name="Bildplatzhalter 4">
            <a:extLst>
              <a:ext uri="{FF2B5EF4-FFF2-40B4-BE49-F238E27FC236}">
                <a16:creationId xmlns:a16="http://schemas.microsoft.com/office/drawing/2014/main" id="{8B37095D-0A4D-421B-BA2E-FFE09D1C4B1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29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944B5721-21F0-4B60-A305-F3AF9C3306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4378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C46E2E54-1890-4A70-B1E6-53D7E07028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1166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6EB5D8C2-0786-4932-BB02-27C444B4002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90368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42063A52-3B8C-4278-858E-CE82A677D05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6641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B5469E10-8E18-4409-A258-37995A9C3FF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166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BA0EEB96-CD84-41A8-B81D-950E061E594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890368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6BF66DA2-56B8-4709-92DF-27E295304E9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6641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7F57B2D-5F04-46C0-9C90-4E3AC77ACB7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0002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2" name="Textplatzhalter 20">
            <a:extLst>
              <a:ext uri="{FF2B5EF4-FFF2-40B4-BE49-F238E27FC236}">
                <a16:creationId xmlns:a16="http://schemas.microsoft.com/office/drawing/2014/main" id="{99A9D8A6-BD47-4550-A805-AEFCA35560D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0002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3" name="Textplatzhalter 20">
            <a:extLst>
              <a:ext uri="{FF2B5EF4-FFF2-40B4-BE49-F238E27FC236}">
                <a16:creationId xmlns:a16="http://schemas.microsoft.com/office/drawing/2014/main" id="{BB497107-ED65-436E-95D6-0BBB85F358A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443489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4" name="Textplatzhalter 20">
            <a:extLst>
              <a:ext uri="{FF2B5EF4-FFF2-40B4-BE49-F238E27FC236}">
                <a16:creationId xmlns:a16="http://schemas.microsoft.com/office/drawing/2014/main" id="{3E2D1734-A65B-4CC3-B6AE-57243F4AB0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443489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5" name="Textplatzhalter 20">
            <a:extLst>
              <a:ext uri="{FF2B5EF4-FFF2-40B4-BE49-F238E27FC236}">
                <a16:creationId xmlns:a16="http://schemas.microsoft.com/office/drawing/2014/main" id="{FDDC370D-FBA6-4356-85EF-A2C0377C05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15875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6" name="Textplatzhalter 20">
            <a:extLst>
              <a:ext uri="{FF2B5EF4-FFF2-40B4-BE49-F238E27FC236}">
                <a16:creationId xmlns:a16="http://schemas.microsoft.com/office/drawing/2014/main" id="{6CB9D66E-F30D-453A-AB5E-2B7DAB4C2BD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91747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7" name="Textplatzhalter 20">
            <a:extLst>
              <a:ext uri="{FF2B5EF4-FFF2-40B4-BE49-F238E27FC236}">
                <a16:creationId xmlns:a16="http://schemas.microsoft.com/office/drawing/2014/main" id="{89A43C3B-351C-41B5-B60A-2455D09D34D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67618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8" name="Textplatzhalter 20">
            <a:extLst>
              <a:ext uri="{FF2B5EF4-FFF2-40B4-BE49-F238E27FC236}">
                <a16:creationId xmlns:a16="http://schemas.microsoft.com/office/drawing/2014/main" id="{1DBBAFCF-80F3-4C17-82E6-8A52A33BA0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15875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9" name="Textplatzhalter 20">
            <a:extLst>
              <a:ext uri="{FF2B5EF4-FFF2-40B4-BE49-F238E27FC236}">
                <a16:creationId xmlns:a16="http://schemas.microsoft.com/office/drawing/2014/main" id="{391D7730-CA30-4791-ADB0-38EDEF026B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891747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30" name="Textplatzhalter 20">
            <a:extLst>
              <a:ext uri="{FF2B5EF4-FFF2-40B4-BE49-F238E27FC236}">
                <a16:creationId xmlns:a16="http://schemas.microsoft.com/office/drawing/2014/main" id="{B25E81BE-6057-4922-A911-E8913D3980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667618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</p:spTree>
    <p:extLst>
      <p:ext uri="{BB962C8B-B14F-4D97-AF65-F5344CB8AC3E}">
        <p14:creationId xmlns:p14="http://schemas.microsoft.com/office/powerpoint/2010/main" val="3910396984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00B0B-3A99-4ED2-80A0-29BB5F07BF1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31902BC-BBA2-4785-A962-F609EFC9AB5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468830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D5878-3396-4C80-857C-A13713411E6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24631137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E93D7A2-9ABB-4EAF-B32A-C96E4BAEB5B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79441A11-530F-491B-AA42-4FEC4B05785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16286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395E5E-3BC0-420D-8D76-B2EE3723BA2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5BBC291-A826-4AD6-BAD2-9786033B5B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A11B825-0F8A-4D86-9C2E-50B76B384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95744D-7919-443D-9EF9-D71817A4C59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18737008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558456CB-D0C5-4D56-A822-B8F41696E86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E77CCD8-9005-49E5-9145-654DC6D12FF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893006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A44577BE-8977-4CE3-813C-EEE6A3DCFE4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1308271107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56928-700B-4413-8066-ADD48C4B69C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67812161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A3C7E-64E8-48F0-A788-CF957D50095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29367517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7061D7C-B784-4E3D-B949-2518C396D9E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4317980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7061D7C-B784-4E3D-B949-2518C396D9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31CD8FF-9C6A-4923-BACA-C5019CE8DAAF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950694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AA5C1533-AA30-40E1-845E-35709B7A9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786622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AA5C1533-AA30-40E1-845E-35709B7A93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C45AC9DB-7C66-43C2-A483-9F06A8520A2C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45314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C70D7EBA-DF18-4670-9E3C-211038F5B09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0401950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C70D7EBA-DF18-4670-9E3C-211038F5B0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E2A38D94-224B-472F-B84A-BFEA3A74B2ED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568757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8F000723-B413-43B4-A8AB-5129A861B0D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0018954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8F000723-B413-43B4-A8AB-5129A861B0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DDBAAABB-E345-4A3B-8FCD-A0AF3ADBAA1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137802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hapt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5BF492CB-00B7-4F28-86A0-621EA13525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946447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5BF492CB-00B7-4F28-86A0-621EA13525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hteck 10">
            <a:extLst>
              <a:ext uri="{FF2B5EF4-FFF2-40B4-BE49-F238E27FC236}">
                <a16:creationId xmlns:a16="http://schemas.microsoft.com/office/drawing/2014/main" id="{D33E5B1D-9008-400D-98A9-ADDD5C460E0A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493912"/>
            <a:ext cx="8520113" cy="846859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80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C2D4E88E-A10A-4FD6-B018-81B02DF2864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060759668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011114F0-912E-46B2-B532-A3D7167F689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284532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011114F0-912E-46B2-B532-A3D7167F68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B7E73C18-6FFA-4728-A88A-0B4728215FE4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33815773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727621E4-0C6B-4EDB-8ACE-FF986737C54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912268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727621E4-0C6B-4EDB-8ACE-FF986737C5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2D9A7B52-6381-443B-9C68-092C48B9A0B8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3137198208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7A0EC4F5-40D6-4DFF-A3A6-C0F84D74157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587565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7A0EC4F5-40D6-4DFF-A3A6-C0F84D7415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97DABFFF-DCFF-494B-BC99-2CBD4C68E91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5077612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592B7D29-92C1-4E1A-A288-616A2EA729B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409201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592B7D29-92C1-4E1A-A288-616A2EA729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1F498D65-BE02-43DB-9122-24EEB17AB70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8353374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6CD4117B-4993-4756-9549-6ACD098D545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597557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6CD4117B-4993-4756-9549-6ACD098D54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6BA6875-CB0A-4EDA-B9CF-CCE10B14A69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85833742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ECE64AFC-81B0-4D04-8A29-1465A886283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877925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ECE64AFC-81B0-4D04-8A29-1465A88628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3CAEFC8-27E8-4E35-B28E-BD1B2884FB7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4087518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CD5B7EF8-3550-4CEA-95CB-6CB63DD9035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713073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CD5B7EF8-3550-4CEA-95CB-6CB63DD903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E232A157-EE62-4C1A-BFB2-6039B5E8E78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569024513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EAC1547D-0A00-455A-B95E-87AA97A2469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0057903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EAC1547D-0A00-455A-B95E-87AA97A246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5D5B020-89DC-43BA-B405-8092A24AEF2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58864185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51AD7EA7-2F5B-4A99-93BE-0C5D85F8B0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45612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51AD7EA7-2F5B-4A99-93BE-0C5D85F8B0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8DB66A1-0A05-4A62-83DF-9325C7F1A42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65050635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0630C1C5-B08A-47F4-934A-25C92A7D405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04928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0630C1C5-B08A-47F4-934A-25C92A7D40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1118CF6-B308-4E76-A991-8A2517F3ED3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67801207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32FE3652-B713-410C-BF03-86128C61EEA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884233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32FE3652-B713-410C-BF03-86128C61EEA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E7D00FB1-B483-4762-AE55-7B69BAC09B7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07315248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5E267C83-3F0E-42F0-BD87-355A7FC1D5B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8618861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5E267C83-3F0E-42F0-BD87-355A7FC1D5B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26ADE125-22FE-4697-955C-E38429F3062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07017938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061D363C-BD05-4910-9618-EF266B58015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912627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061D363C-BD05-4910-9618-EF266B5801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A9E864F-CBFA-4190-BBD7-B9656A84403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52141110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6B03BEC8-1B70-4751-9C81-1C37356D1BA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629815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6B03BEC8-1B70-4751-9C81-1C37356D1BA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4D5775A-5D6A-4495-B0BC-9C2C7438D9F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521216454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DBA19701-29EC-42EF-AA49-82E4A50E6CD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0679992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DBA19701-29EC-42EF-AA49-82E4A50E6C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BDAABB-57D5-4B82-93B4-D089BA90ED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41314408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33C9D0EE-E89D-4D7E-AFB0-74382591E7B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191204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33C9D0EE-E89D-4D7E-AFB0-74382591E7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6797835-ABB2-4692-8C63-8C23AE4CE9B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3908385762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A8CB96E5-0410-44FA-AB6D-950113B2788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2740366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A8CB96E5-0410-44FA-AB6D-950113B278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3A3EA-1A8D-47C2-BA90-20D2F83C5E4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833768635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228A7E06-8A64-4388-BC7C-E0EB479355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2530517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228A7E06-8A64-4388-BC7C-E0EB479355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5B07F-2CBD-4796-8EC7-06D1FA0CA5B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9951628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378DBA7C-FC92-4FAC-8EB7-E738D3EE06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4715123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378DBA7C-FC92-4FAC-8EB7-E738D3EE06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A46723A-5109-4D59-A5A2-1664059CAE1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868378820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4FC97518-D5E3-4FA1-8B87-385CC12629A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640291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4FC97518-D5E3-4FA1-8B87-385CC12629A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DEDAA871-4048-48B8-9F8A-A130A5B8028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53333AEB-C339-49CF-97C8-76AF1FDA0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</p:spTree>
    <p:extLst>
      <p:ext uri="{BB962C8B-B14F-4D97-AF65-F5344CB8AC3E}">
        <p14:creationId xmlns:p14="http://schemas.microsoft.com/office/powerpoint/2010/main" val="317213417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68A0D58F-AFDC-4552-828A-D5C719B717B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7412043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68A0D58F-AFDC-4552-828A-D5C719B717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1780DC07-6BF8-40B0-9D09-2F785B9B841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81997458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67B845D3-3D82-4655-922B-7E94637B33D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0103119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67B845D3-3D82-4655-922B-7E94637B33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DD0CCFCC-D687-40BB-A401-58E27BA8B14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800777873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4226DED8-E5A6-4BB8-8A72-177EF4FAE1B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201907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4226DED8-E5A6-4BB8-8A72-177EF4FAE1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A4278-2FFA-41BD-B184-83A9ECDACF6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08959923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D704CDDA-D29F-49B2-9947-6DA83ED2D5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4637403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D704CDDA-D29F-49B2-9947-6DA83ED2D5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62FE0-1216-4B76-87F8-995E13D4192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3498371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B Capital Market Day20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33">
                <a:solidFill>
                  <a:schemeClr val="bg1"/>
                </a:solidFill>
              </a:defRPr>
            </a:lvl1pPr>
          </a:lstStyle>
          <a:p>
            <a:fld id="{F39B3966-88C0-4484-B6CD-AB81508D0EF2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33">
                <a:solidFill>
                  <a:schemeClr val="bg1"/>
                </a:solidFill>
              </a:defRPr>
            </a:lvl1pPr>
          </a:lstStyle>
          <a:p>
            <a:r>
              <a:rPr lang="en-US"/>
              <a:t>Claim 5 Strategy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33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04EFCBC5-22EE-461F-A8E5-D110F33D955D}"/>
              </a:ext>
            </a:extLst>
          </p:cNvPr>
          <p:cNvSpPr txBox="1">
            <a:spLocks/>
          </p:cNvSpPr>
          <p:nvPr userDrawn="1"/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de-DE"/>
            </a:defPPr>
            <a:lvl1pPr marL="0" algn="l" defTabSz="914354" rtl="0" eaLnBrk="1" latinLnBrk="0" hangingPunct="1">
              <a:defRPr sz="900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/>
              <a:t>CLAIM 5 STRATEGY</a:t>
            </a:r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E32A9519-CDE1-42DF-8311-D3F14C8D78DE}"/>
              </a:ext>
            </a:extLst>
          </p:cNvPr>
          <p:cNvSpPr txBox="1">
            <a:spLocks/>
          </p:cNvSpPr>
          <p:nvPr userDrawn="1"/>
        </p:nvSpPr>
        <p:spPr>
          <a:xfrm>
            <a:off x="342901" y="449561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de-DE"/>
            </a:defPPr>
            <a:lvl1pPr marL="0" algn="r" defTabSz="914354" rtl="0" eaLnBrk="1" latinLnBrk="0" hangingPunct="1">
              <a:defRPr sz="900" kern="1200" cap="all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900"/>
              <a:t>Page </a:t>
            </a:r>
            <a:fld id="{442AD375-037F-43D0-B059-5172DA06796A}" type="slidenum">
              <a:rPr lang="en-US" sz="900" smtClean="0"/>
              <a:pPr algn="l"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547977689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984B99B8-9858-4A66-B58E-6ADA5F1FFEE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097172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984B99B8-9858-4A66-B58E-6ADA5F1FFE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4C2BA28-895A-4878-82F8-E1171EDDC32D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16101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FB68F9DE-A8F8-4DCD-AE91-61A13BE952A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6163036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FB68F9DE-A8F8-4DCD-AE91-61A13BE952A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3038A9D-6E08-41F1-B146-91A4CCB6C272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81464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847027AA-AA58-4FE6-8200-14AA6CCC669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0901872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847027AA-AA58-4FE6-8200-14AA6CCC66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DE0F0B04-A800-492D-9656-7A2B775A6197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763416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45F50D8C-A65B-4A9B-A044-8C4D82711D1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2257129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45F50D8C-A65B-4A9B-A044-8C4D82711D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7E2C94B9-5F54-4CDD-969F-B3AED85D181B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55210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hapt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0B0B3E2F-15FC-40CF-A8AB-9E9E6E68EA3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324816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0B0B3E2F-15FC-40CF-A8AB-9E9E6E68EA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hteck 10">
            <a:extLst>
              <a:ext uri="{FF2B5EF4-FFF2-40B4-BE49-F238E27FC236}">
                <a16:creationId xmlns:a16="http://schemas.microsoft.com/office/drawing/2014/main" id="{D33E5B1D-9008-400D-98A9-ADDD5C460E0A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493912"/>
            <a:ext cx="8520113" cy="846859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80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2523651-0131-4399-8A23-C2C80773E2B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24208580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271C2213-977D-46D7-A296-52B01E01356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4824506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271C2213-977D-46D7-A296-52B01E0135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3E7BF18-2966-4F7E-B4DD-6FD601B82864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1875371282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EE749392-DD7B-4BFD-9B3C-6771C2177BC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95070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EE749392-DD7B-4BFD-9B3C-6771C2177B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0753F013-B4A6-4637-9B31-DA048DFD0499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204906560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6A7AD71A-0DD8-472A-A1EB-A26597E1193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553402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6A7AD71A-0DD8-472A-A1EB-A26597E1193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8F90377-71A7-4B83-9B7F-9AA480CCC21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8908283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5E37044E-33B4-44A9-BDB8-D3F9CA17FC1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3331249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5E37044E-33B4-44A9-BDB8-D3F9CA17FC1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0370821-1059-455C-98DA-03664B04ED8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0441193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A6570FD5-45EF-4500-AF48-2C7615358D3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5037338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A6570FD5-45EF-4500-AF48-2C7615358D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45A0385-3783-4090-8F07-749D8766A1C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2213394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09F85FEF-CE27-4EBD-8C26-61DAB61A88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7605533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09F85FEF-CE27-4EBD-8C26-61DAB61A88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B15CCAE-3820-45DD-9CFE-5A9F07A3546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71228714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832571E7-3E8E-40CC-906B-D9C50387982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913802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832571E7-3E8E-40CC-906B-D9C50387982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E5CA3152-0CEA-4A4F-ABD3-F70478D74E4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294946696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EDC3B0DF-C059-42A7-974B-4AB4A665F6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2840629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EDC3B0DF-C059-42A7-974B-4AB4A665F6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3DBB899-BD26-4D94-A04B-72411437EAB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98222596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7BD0F14B-79C2-44DA-9004-8B25A1524C5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379163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7BD0F14B-79C2-44DA-9004-8B25A1524C5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F8C548-FFE0-4D55-A9D5-71DE488AC40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918927637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1252465F-A542-4A1F-915A-006D74ADD4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5125540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1252465F-A542-4A1F-915A-006D74ADD4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A3E1B69-A6E6-405D-ADA4-7F94BB2728E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26176173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A707F1BA-559E-463A-A8FF-7A6D0E1808F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588324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A707F1BA-559E-463A-A8FF-7A6D0E1808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53BF8B5-BA91-4C53-877C-9FA2AFA2347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06159029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9DEFA7F4-1BBC-40AE-8674-08B02553E0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5874220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9DEFA7F4-1BBC-40AE-8674-08B02553E05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59FA8DA2-0F80-44A0-94D4-29687A52AE6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51280792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F10451CB-2BB4-48F2-B752-5836EE98E15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5106400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F10451CB-2BB4-48F2-B752-5836EE98E1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C0BC7E8-EB87-4244-8B1C-86A140B0B03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28283494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F517A400-E509-4BDD-8EB1-45F0B201A28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156411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F517A400-E509-4BDD-8EB1-45F0B201A2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9946F3C-5518-4DC7-97E3-653538E1EDA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24037740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B1FFEF25-3B2F-446B-85BE-90BD659BA56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1146544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B1FFEF25-3B2F-446B-85BE-90BD659BA5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47AF2B5F-5749-41D0-A1A4-A82DF20986B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280821176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AE95AA1A-4D18-468D-83F2-CAB54E001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0839099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AE95AA1A-4D18-468D-83F2-CAB54E001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090E0981-EB6C-4BA9-8A65-5C551E2D78A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2666946201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46F9DCE8-E750-40D7-AB80-E744C11D4D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3124552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46F9DCE8-E750-40D7-AB80-E744C11D4D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CD26-877D-489A-AEB8-4F94F1FAE80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720880454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58F17F78-67AE-4F62-95B0-BF010D52E7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3443425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58F17F78-67AE-4F62-95B0-BF010D52E7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21835-F061-4910-A59F-0D0B15156D6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77384558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FDF4F6CC-A518-42AE-B866-F26E5A16DF8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975361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FDF4F6CC-A518-42AE-B866-F26E5A16D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48C5118-8E0B-43EF-905C-960F94804A1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852668054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989C940C-821B-4EFD-8AC4-65CCB8F3967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2229298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989C940C-821B-4EFD-8AC4-65CCB8F396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1DB780A0-44E3-4216-B785-3A2DC15678E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53333AEB-C339-49CF-97C8-76AF1FDA0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</p:spTree>
    <p:extLst>
      <p:ext uri="{BB962C8B-B14F-4D97-AF65-F5344CB8AC3E}">
        <p14:creationId xmlns:p14="http://schemas.microsoft.com/office/powerpoint/2010/main" val="286236355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CFFAC452-AA03-4445-A24A-20FCE9219D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036240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CFFAC452-AA03-4445-A24A-20FCE9219D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CFED3479-F432-451F-8C5D-75CDE763E38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1258359747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2EB90081-FF68-41AF-9DDA-3F83BA68F4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615669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2EB90081-FF68-41AF-9DDA-3F83BA68F4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6AABCE31-9B6F-4796-BABC-94282DF1ED2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441280178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1C1E349D-1FAF-42C4-9F4B-3F618921094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584280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1C1E349D-1FAF-42C4-9F4B-3F61892109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EA1F38-26F7-49D6-9A93-2CD76F6A1D0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066202314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02748A94-E430-4343-ACCD-C5CCA39C4C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3027937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02748A94-E430-4343-ACCD-C5CCA39C4C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34EA2-E995-46B1-828C-629A5A98881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96929432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51967806-EC11-4BB2-9E0E-7D3E434680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9714651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51967806-EC11-4BB2-9E0E-7D3E4346808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11826528"/>
      </p:ext>
    </p:extLst>
  </p:cSld>
  <p:clrMapOvr>
    <a:masterClrMapping/>
  </p:clrMapOvr>
  <p:transition spd="med"/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B Capital Market Day20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EB831FEA-EA91-4E3C-A271-E53A33E1FD2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868640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EB831FEA-EA91-4E3C-A271-E53A33E1FD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33">
                <a:solidFill>
                  <a:schemeClr val="bg1"/>
                </a:solidFill>
              </a:defRPr>
            </a:lvl1pPr>
          </a:lstStyle>
          <a:p>
            <a:fld id="{2CC317A0-6A20-42A7-8D4B-D57D3E978033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33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CLAIM 5 STRATEGY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33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04EFCBC5-22EE-461F-A8E5-D110F33D955D}"/>
              </a:ext>
            </a:extLst>
          </p:cNvPr>
          <p:cNvSpPr txBox="1">
            <a:spLocks/>
          </p:cNvSpPr>
          <p:nvPr userDrawn="1"/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de-DE"/>
            </a:defPPr>
            <a:lvl1pPr marL="0" algn="l" defTabSz="914354" rtl="0" eaLnBrk="1" latinLnBrk="0" hangingPunct="1">
              <a:defRPr sz="900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latin typeface="Averta PE Light" panose="00000400000000000000" pitchFamily="50" charset="0"/>
              </a:rPr>
              <a:t>CLAIM 5 STRATEGY</a:t>
            </a:r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E32A9519-CDE1-42DF-8311-D3F14C8D78DE}"/>
              </a:ext>
            </a:extLst>
          </p:cNvPr>
          <p:cNvSpPr txBox="1">
            <a:spLocks/>
          </p:cNvSpPr>
          <p:nvPr userDrawn="1"/>
        </p:nvSpPr>
        <p:spPr>
          <a:xfrm>
            <a:off x="342901" y="449561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de-DE"/>
            </a:defPPr>
            <a:lvl1pPr marL="0" algn="r" defTabSz="914354" rtl="0" eaLnBrk="1" latinLnBrk="0" hangingPunct="1">
              <a:defRPr sz="900" kern="1200" cap="all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900" dirty="0">
                <a:latin typeface="Averta PE Light" panose="00000400000000000000" pitchFamily="50" charset="0"/>
              </a:rPr>
              <a:t>Page </a:t>
            </a:r>
            <a:fld id="{442AD375-037F-43D0-B059-5172DA06796A}" type="slidenum">
              <a:rPr lang="en-US" sz="900" smtClean="0">
                <a:latin typeface="Averta PE Light" panose="00000400000000000000" pitchFamily="50" charset="0"/>
              </a:rPr>
              <a:pPr algn="l"/>
              <a:t>‹#›</a:t>
            </a:fld>
            <a:endParaRPr lang="en-US" sz="900" dirty="0">
              <a:latin typeface="Averta PE Light" panose="000004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2866986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67E443C-4CF2-400D-9D84-D66E225B1087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2A22524-76A0-408A-BF5D-25F81E733C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225549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0F74AC6-75E2-453E-A1DE-3F6B013A6DDE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3767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6222DC7-F10F-4496-9ED3-3EA80377DE13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322B953-5667-4832-AD65-DAFB509EE1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90800062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8AACE8B-FD4D-4151-9A73-928F5FB056E4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8AF9014-DAC3-4869-BEB3-045CBB832F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0629582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93E3EA61-7E3A-4B34-B655-E6F5D5106C1D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B5BE00F2-3023-4F65-A41E-DA9145B2482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44920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CE2AE9B-7511-4825-9419-3B2F605213F3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2213545990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E7C2932-B1B1-40AB-BD3E-E439785194B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D327C5-CD43-47BC-AA5B-5828B41377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92313722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0B105F9-CE05-4599-AABB-2E4F2D189CC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0D73BC6-2257-4DC0-ADBD-134C072B07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59370337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05C87FC-097B-40AF-8510-6CA5B991789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23049272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9043D3-62C0-476D-80EE-89EB01F3DE5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5587391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43DD8EC-D496-465C-B621-C6B819A9AD3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C1A761F4-2E07-4259-9F90-C951BE35818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08026225"/>
      </p:ext>
    </p:extLst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9CFCF7D-79B1-4001-BB64-CFA757C62F6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AB06B3F4-3D95-4C6C-8C97-F222B26031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69808"/>
      </p:ext>
    </p:extLst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79F25FF-5F00-49CC-96AE-6E5ACAA0B73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1B50AE50-B704-4E2F-88E0-8DDAA48158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52701492"/>
      </p:ext>
    </p:extLst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3878621-DF10-4EB1-8CA3-677862755C7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AEA4556C-C100-4CFB-BDD5-65DFC255C9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58647022"/>
      </p:ext>
    </p:extLst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7505A0A-2B7B-42D1-A038-757E79F4586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A253A56-93E5-4DFD-91D1-EF64684486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95501979"/>
      </p:ext>
    </p:extLst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B7568BE0-D5A0-4408-9F47-D281563DCD6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18D71F8-FAAF-4B60-B512-728F4D7D17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30882768"/>
      </p:ext>
    </p:extLst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90AE14F-64C9-4663-8F37-D8BD99A178C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19E32BE2-F137-48EF-9250-3FC1759D22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491661"/>
      </p:ext>
    </p:extLst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9D36821-821F-43AC-8524-317F2868BBE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6398131"/>
      </p:ext>
    </p:extLst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17A0B25-14B0-4A21-8204-0B279F2282C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D52E92B-34BE-4518-B075-5D01685859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347583"/>
      </p:ext>
    </p:extLst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C98B265-44F9-4BFF-9E5B-8ECE0881EF5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3520616666"/>
      </p:ext>
    </p:extLst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ortrait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868363"/>
            <a:ext cx="2367459" cy="392000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00971ED-458A-4596-A11C-7318F33A4D6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49192" y="1675611"/>
            <a:ext cx="5813822" cy="3112754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65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76778423-08AC-4368-A5CA-813F81B48A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2900" y="5227200"/>
            <a:ext cx="2367900" cy="604800"/>
          </a:xfrm>
        </p:spPr>
        <p:txBody>
          <a:bodyPr/>
          <a:lstStyle>
            <a:lvl1pPr>
              <a:lnSpc>
                <a:spcPct val="85000"/>
              </a:lnSpc>
              <a:defRPr cap="all" baseline="0"/>
            </a:lvl1pPr>
            <a:lvl2pPr>
              <a:lnSpc>
                <a:spcPct val="85000"/>
              </a:lnSpc>
              <a:defRPr cap="all" baseline="0"/>
            </a:lvl2pPr>
            <a:lvl3pPr>
              <a:lnSpc>
                <a:spcPct val="85000"/>
              </a:lnSpc>
              <a:defRPr cap="all" baseline="0"/>
            </a:lvl3pPr>
            <a:lvl4pPr>
              <a:lnSpc>
                <a:spcPct val="85000"/>
              </a:lnSpc>
              <a:defRPr cap="all" baseline="0"/>
            </a:lvl4pPr>
            <a:lvl5pPr>
              <a:lnSpc>
                <a:spcPct val="85000"/>
              </a:lnSpc>
              <a:defRPr cap="all" baseline="0"/>
            </a:lvl5pPr>
          </a:lstStyle>
          <a:p>
            <a:pPr lvl="0"/>
            <a:r>
              <a:rPr lang="de-DE" dirty="0"/>
              <a:t>Add Source </a:t>
            </a:r>
            <a:r>
              <a:rPr lang="de-DE" dirty="0" err="1"/>
              <a:t>citation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03209679"/>
      </p:ext>
    </p:extLst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ortrait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619A2EC-05F0-47B3-BC95-068B34DEED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 noProof="0"/>
              <a:t>Page </a:t>
            </a:r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FDC1295A-5C4A-4ECE-99B9-DDF302E78BC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429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3665C49-B573-4E67-ABD5-85B452ED98D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4378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2" name="Bildplatzhalter 4">
            <a:extLst>
              <a:ext uri="{FF2B5EF4-FFF2-40B4-BE49-F238E27FC236}">
                <a16:creationId xmlns:a16="http://schemas.microsoft.com/office/drawing/2014/main" id="{8B37095D-0A4D-421B-BA2E-FFE09D1C4B1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29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944B5721-21F0-4B60-A305-F3AF9C3306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4378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C46E2E54-1890-4A70-B1E6-53D7E07028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1166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6EB5D8C2-0786-4932-BB02-27C444B4002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90368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42063A52-3B8C-4278-858E-CE82A677D05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6641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B5469E10-8E18-4409-A258-37995A9C3FF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166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BA0EEB96-CD84-41A8-B81D-950E061E594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890368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6BF66DA2-56B8-4709-92DF-27E295304E9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6641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7F57B2D-5F04-46C0-9C90-4E3AC77ACB7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0002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2" name="Textplatzhalter 20">
            <a:extLst>
              <a:ext uri="{FF2B5EF4-FFF2-40B4-BE49-F238E27FC236}">
                <a16:creationId xmlns:a16="http://schemas.microsoft.com/office/drawing/2014/main" id="{99A9D8A6-BD47-4550-A805-AEFCA35560D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0002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3" name="Textplatzhalter 20">
            <a:extLst>
              <a:ext uri="{FF2B5EF4-FFF2-40B4-BE49-F238E27FC236}">
                <a16:creationId xmlns:a16="http://schemas.microsoft.com/office/drawing/2014/main" id="{BB497107-ED65-436E-95D6-0BBB85F358A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443489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4" name="Textplatzhalter 20">
            <a:extLst>
              <a:ext uri="{FF2B5EF4-FFF2-40B4-BE49-F238E27FC236}">
                <a16:creationId xmlns:a16="http://schemas.microsoft.com/office/drawing/2014/main" id="{3E2D1734-A65B-4CC3-B6AE-57243F4AB0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443489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5" name="Textplatzhalter 20">
            <a:extLst>
              <a:ext uri="{FF2B5EF4-FFF2-40B4-BE49-F238E27FC236}">
                <a16:creationId xmlns:a16="http://schemas.microsoft.com/office/drawing/2014/main" id="{FDDC370D-FBA6-4356-85EF-A2C0377C05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15875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6" name="Textplatzhalter 20">
            <a:extLst>
              <a:ext uri="{FF2B5EF4-FFF2-40B4-BE49-F238E27FC236}">
                <a16:creationId xmlns:a16="http://schemas.microsoft.com/office/drawing/2014/main" id="{6CB9D66E-F30D-453A-AB5E-2B7DAB4C2BD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91747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7" name="Textplatzhalter 20">
            <a:extLst>
              <a:ext uri="{FF2B5EF4-FFF2-40B4-BE49-F238E27FC236}">
                <a16:creationId xmlns:a16="http://schemas.microsoft.com/office/drawing/2014/main" id="{89A43C3B-351C-41B5-B60A-2455D09D34D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67618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8" name="Textplatzhalter 20">
            <a:extLst>
              <a:ext uri="{FF2B5EF4-FFF2-40B4-BE49-F238E27FC236}">
                <a16:creationId xmlns:a16="http://schemas.microsoft.com/office/drawing/2014/main" id="{1DBBAFCF-80F3-4C17-82E6-8A52A33BA0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15875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9" name="Textplatzhalter 20">
            <a:extLst>
              <a:ext uri="{FF2B5EF4-FFF2-40B4-BE49-F238E27FC236}">
                <a16:creationId xmlns:a16="http://schemas.microsoft.com/office/drawing/2014/main" id="{391D7730-CA30-4791-ADB0-38EDEF026B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891747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30" name="Textplatzhalter 20">
            <a:extLst>
              <a:ext uri="{FF2B5EF4-FFF2-40B4-BE49-F238E27FC236}">
                <a16:creationId xmlns:a16="http://schemas.microsoft.com/office/drawing/2014/main" id="{B25E81BE-6057-4922-A911-E8913D3980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667618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</p:spTree>
    <p:extLst>
      <p:ext uri="{BB962C8B-B14F-4D97-AF65-F5344CB8AC3E}">
        <p14:creationId xmlns:p14="http://schemas.microsoft.com/office/powerpoint/2010/main" val="192074785"/>
      </p:ext>
    </p:extLst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83D29-069A-49C9-863E-7C000EB9AF5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31902BC-BBA2-4785-A962-F609EFC9AB5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98766"/>
      </p:ext>
    </p:extLst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D9516D-0F63-4427-9EDF-6043F952912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90373691"/>
      </p:ext>
    </p:extLst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148F8D1-E129-492C-8FFA-25201FDB2EB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79441A11-530F-491B-AA42-4FEC4B05785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704275"/>
      </p:ext>
    </p:extLst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395E5E-3BC0-420D-8D76-B2EE3723BA2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7BE14D2-B343-4569-8BBB-B9D77202603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A11B825-0F8A-4D86-9C2E-50B76B384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95744D-7919-443D-9EF9-D71817A4C59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34598560"/>
      </p:ext>
    </p:extLst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1520A9E2-FFB9-4509-87AD-06F67DE0D31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E77CCD8-9005-49E5-9145-654DC6D12FF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15438"/>
      </p:ext>
    </p:extLst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0929E8D2-C28A-4B56-945C-18F3745C62E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4124987031"/>
      </p:ext>
    </p:extLst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E4C08-093A-4E54-95CB-1A517D9352B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76179253"/>
      </p:ext>
    </p:extLst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8DC90-51C7-432A-836D-93FA669B9AB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67697111"/>
      </p:ext>
    </p:extLst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E650A4AE-F9D8-4AE2-970B-D771A8BA8E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2885294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E650A4AE-F9D8-4AE2-970B-D771A8BA8E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1BD1045-39F2-48EB-B645-C625DF76B339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309177"/>
      </p:ext>
    </p:extLst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C47851B0-938E-4B6B-8196-8F15E1ACC71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8500865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C47851B0-938E-4B6B-8196-8F15E1ACC71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D6510125-328F-480F-9E5C-238A54646802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58295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71F19F53-3B84-4027-8FCE-6C6A8817BAA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3266924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71F19F53-3B84-4027-8FCE-6C6A8817BAA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79DD4CBF-07E2-418A-BF55-9458D7593DB0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307706"/>
      </p:ext>
    </p:extLst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1AA424C7-429A-4FF5-B4B0-23ADF998494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6314003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1AA424C7-429A-4FF5-B4B0-23ADF99849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1BF1EFFA-F42E-4CB8-912B-FC3EAA928D7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652114"/>
      </p:ext>
    </p:extLst>
  </p:cSld>
  <p:clrMapOvr>
    <a:masterClrMapping/>
  </p:clrMapOvr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hapt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0B87E9BF-EC78-4B65-A9FC-6755FB094AE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2574015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0B87E9BF-EC78-4B65-A9FC-6755FB094A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hteck 10">
            <a:extLst>
              <a:ext uri="{FF2B5EF4-FFF2-40B4-BE49-F238E27FC236}">
                <a16:creationId xmlns:a16="http://schemas.microsoft.com/office/drawing/2014/main" id="{D33E5B1D-9008-400D-98A9-ADDD5C460E0A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493912"/>
            <a:ext cx="8520113" cy="846859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80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A6BB4AA-1783-484C-9EC2-2096AF451A5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07789945"/>
      </p:ext>
    </p:extLst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0F26B746-FC5C-42C8-86BE-B6E20D2EE4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6046866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0F26B746-FC5C-42C8-86BE-B6E20D2EE4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76B6701E-188F-426A-9AEF-2C05DD95AB42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1533011326"/>
      </p:ext>
    </p:extLst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C0E1A4B0-D35D-4426-8DD2-F2CA960BAF8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317609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C0E1A4B0-D35D-4426-8DD2-F2CA960BAF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FA500DF-1DA7-49C3-AC4C-456B7E7381A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131950916"/>
      </p:ext>
    </p:extLst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05BA4017-3F4D-473E-A923-650039CAF2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8297033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05BA4017-3F4D-473E-A923-650039CAF2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27AA1F3-2FF5-4685-9BEC-5C640399641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22318862"/>
      </p:ext>
    </p:extLst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AE1E2334-E6B2-4E48-B878-2EF536318F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8296513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AE1E2334-E6B2-4E48-B878-2EF536318F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B8EB0097-281A-49A3-90C0-F94651C30D5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11104843"/>
      </p:ext>
    </p:extLst>
  </p:cSld>
  <p:clrMapOvr>
    <a:masterClrMapping/>
  </p:clrMapOvr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50CE807D-CCB3-457F-B773-453BE77A7F2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0420439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50CE807D-CCB3-457F-B773-453BE77A7F2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CC0732-C04A-462A-9F28-30DDCE591D6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60548436"/>
      </p:ext>
    </p:extLst>
  </p:cSld>
  <p:clrMapOvr>
    <a:masterClrMapping/>
  </p:clrMapOvr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AB1B045D-D62C-43FB-B6B5-9E193461D50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536093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AB1B045D-D62C-43FB-B6B5-9E193461D5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3C97E4E-42FA-4B9C-9C38-4C2442FC2ED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984200771"/>
      </p:ext>
    </p:extLst>
  </p:cSld>
  <p:clrMapOvr>
    <a:masterClrMapping/>
  </p:clrMapOvr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77538823-104C-490A-8DC3-B2BE863FF2F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3628042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77538823-104C-490A-8DC3-B2BE863FF2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66A4718-13F6-4E2B-8AE1-B782C88CE86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11953104"/>
      </p:ext>
    </p:extLst>
  </p:cSld>
  <p:clrMapOvr>
    <a:masterClrMapping/>
  </p:clrMapOvr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2D98038E-BD77-4FC7-A0AE-4DF8F318820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3453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2D98038E-BD77-4FC7-A0AE-4DF8F318820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68DB1FE-C902-45D1-91B6-E1C28A3AC02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53396771"/>
      </p:ext>
    </p:extLst>
  </p:cSld>
  <p:clrMapOvr>
    <a:masterClrMapping/>
  </p:clrMapOvr>
</p:sldLayout>
</file>

<file path=ppt/slideLayouts/slideLayout2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D44BE05B-94D2-4F83-89F0-3D9FD0B741D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4629313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D44BE05B-94D2-4F83-89F0-3D9FD0B741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03FC38F-84D7-4849-B440-657F196D38D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496503356"/>
      </p:ext>
    </p:extLst>
  </p:cSld>
  <p:clrMapOvr>
    <a:masterClrMapping/>
  </p:clrMapOvr>
</p:sldLayout>
</file>

<file path=ppt/slideLayouts/slideLayout2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D103DB0B-89D1-437C-A7DE-B43AF827417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612452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D103DB0B-89D1-437C-A7DE-B43AF82741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BFC7F6-7BB4-4A82-A71F-A0FD54240896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68757771"/>
      </p:ext>
    </p:extLst>
  </p:cSld>
  <p:clrMapOvr>
    <a:masterClrMapping/>
  </p:clrMapOvr>
</p:sldLayout>
</file>

<file path=ppt/slideLayouts/slideLayout2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F95F1690-827E-48B8-94BD-0E61B5C9FC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6986123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F95F1690-827E-48B8-94BD-0E61B5C9FC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CBE9388-7139-458A-BC56-CB59ADF0982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48304422"/>
      </p:ext>
    </p:extLst>
  </p:cSld>
  <p:clrMapOvr>
    <a:masterClrMapping/>
  </p:clrMapOvr>
</p:sldLayout>
</file>

<file path=ppt/slideLayouts/slideLayout2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DC39B37C-14DF-458E-AAE0-B36117FD67B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050895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DC39B37C-14DF-458E-AAE0-B36117FD67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B490198D-7E4D-4C73-9D21-7DD02B16EDB6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5127447"/>
      </p:ext>
    </p:extLst>
  </p:cSld>
  <p:clrMapOvr>
    <a:masterClrMapping/>
  </p:clrMapOvr>
</p:sldLayout>
</file>

<file path=ppt/slideLayouts/slideLayout2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E79AB33B-75A0-4915-9E95-28607E4490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8598640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E79AB33B-75A0-4915-9E95-28607E4490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FC9F0B1-C23A-464C-A9ED-BC08622E13D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733220746"/>
      </p:ext>
    </p:extLst>
  </p:cSld>
  <p:clrMapOvr>
    <a:masterClrMapping/>
  </p:clrMapOvr>
</p:sldLayout>
</file>

<file path=ppt/slideLayouts/slideLayout2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F552936D-4B85-4842-ADD3-89EDB6A28F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040239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F552936D-4B85-4842-ADD3-89EDB6A28F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67CFD43-A9C0-4B8C-88D8-C13104F1D6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8804381"/>
      </p:ext>
    </p:extLst>
  </p:cSld>
  <p:clrMapOvr>
    <a:masterClrMapping/>
  </p:clrMapOvr>
</p:sldLayout>
</file>

<file path=ppt/slideLayouts/slideLayout2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153D6F8C-0A16-479B-939C-E67C239A7F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8153266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153D6F8C-0A16-479B-939C-E67C239A7F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73CFFCD-A4A4-4AF7-8ED6-3FB17ACF538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3727365803"/>
      </p:ext>
    </p:extLst>
  </p:cSld>
  <p:clrMapOvr>
    <a:masterClrMapping/>
  </p:clrMapOvr>
</p:sldLayout>
</file>

<file path=ppt/slideLayouts/slideLayout2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6ABB9351-E0FB-418D-A466-D1F7B54CF8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821966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6ABB9351-E0FB-418D-A466-D1F7B54CF8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29EC0C1A-2CC5-4E64-BB60-8341207B487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757836891"/>
      </p:ext>
    </p:extLst>
  </p:cSld>
  <p:clrMapOvr>
    <a:masterClrMapping/>
  </p:clrMapOvr>
</p:sldLayout>
</file>

<file path=ppt/slideLayouts/slideLayout2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80EAAB10-C9F1-4A5B-B03E-8DD54D9E2EE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2718313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80EAAB10-C9F1-4A5B-B03E-8DD54D9E2EE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D3220-53E2-425E-9972-194EC4E00B7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412880924"/>
      </p:ext>
    </p:extLst>
  </p:cSld>
  <p:clrMapOvr>
    <a:masterClrMapping/>
  </p:clrMapOvr>
</p:sldLayout>
</file>

<file path=ppt/slideLayouts/slideLayout2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ED4D3E1B-C8A0-4497-86A3-2BC8FAAEBB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414073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ED4D3E1B-C8A0-4497-86A3-2BC8FAAEBB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77191F-79FD-497E-B803-55B1B666B19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40121296"/>
      </p:ext>
    </p:extLst>
  </p:cSld>
  <p:clrMapOvr>
    <a:masterClrMapping/>
  </p:clrMapOvr>
</p:sldLayout>
</file>

<file path=ppt/slideLayouts/slideLayout2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03F66867-2FD6-4B67-9D95-CC2BBD78334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46603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03F66867-2FD6-4B67-9D95-CC2BBD78334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DD448AB-AD02-4164-B38E-D7C6F4B4322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22090917"/>
      </p:ext>
    </p:extLst>
  </p:cSld>
  <p:clrMapOvr>
    <a:masterClrMapping/>
  </p:clrMapOvr>
</p:sldLayout>
</file>

<file path=ppt/slideLayouts/slideLayout2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B121E8C-7773-45EE-BB8A-1E865908D87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408583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B121E8C-7773-45EE-BB8A-1E865908D8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A46666CD-8503-434B-9F32-5955F8D7EA8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53333AEB-C339-49CF-97C8-76AF1FDA0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</p:spTree>
    <p:extLst>
      <p:ext uri="{BB962C8B-B14F-4D97-AF65-F5344CB8AC3E}">
        <p14:creationId xmlns:p14="http://schemas.microsoft.com/office/powerpoint/2010/main" val="4241026044"/>
      </p:ext>
    </p:extLst>
  </p:cSld>
  <p:clrMapOvr>
    <a:masterClrMapping/>
  </p:clrMapOvr>
</p:sldLayout>
</file>

<file path=ppt/slideLayouts/slideLayout2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054D3D9E-942D-4F4A-9A97-20A400BB582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525571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054D3D9E-942D-4F4A-9A97-20A400BB58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0D4CCE0F-7CC6-4674-8D28-610E4914941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490211149"/>
      </p:ext>
    </p:extLst>
  </p:cSld>
  <p:clrMapOvr>
    <a:masterClrMapping/>
  </p:clrMapOvr>
</p:sldLayout>
</file>

<file path=ppt/slideLayouts/slideLayout2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62A76C3C-CB85-4F17-A173-70FC5D68FD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7359088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62A76C3C-CB85-4F17-A173-70FC5D68FD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83C06181-2356-4E10-B406-EB8EE21DA9D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582601720"/>
      </p:ext>
    </p:extLst>
  </p:cSld>
  <p:clrMapOvr>
    <a:masterClrMapping/>
  </p:clrMapOvr>
</p:sldLayout>
</file>

<file path=ppt/slideLayouts/slideLayout28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83FA3804-90A0-41C5-B7B4-7341E0D9C73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4439967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83FA3804-90A0-41C5-B7B4-7341E0D9C7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167C3-C576-4A88-86F4-003BA0250CF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001711"/>
      </p:ext>
    </p:extLst>
  </p:cSld>
  <p:clrMapOvr>
    <a:masterClrMapping/>
  </p:clrMapOvr>
</p:sldLayout>
</file>

<file path=ppt/slideLayouts/slideLayout2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7F444D4C-893E-40AA-A992-AC08AB22F46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9177450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7F444D4C-893E-40AA-A992-AC08AB22F4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04F082-8D83-4DD0-B581-58FDF0412AD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274308777"/>
      </p:ext>
    </p:extLst>
  </p:cSld>
  <p:clrMapOvr>
    <a:masterClrMapping/>
  </p:clrMapOvr>
</p:sldLayout>
</file>

<file path=ppt/slideLayouts/slideLayout2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67E443C-4CF2-400D-9D84-D66E225B1087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2A22524-76A0-408A-BF5D-25F81E733C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409671"/>
      </p:ext>
    </p:extLst>
  </p:cSld>
  <p:clrMapOvr>
    <a:masterClrMapping/>
  </p:clrMapOvr>
</p:sldLayout>
</file>

<file path=ppt/slideLayouts/slideLayout2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0F74AC6-75E2-453E-A1DE-3F6B013A6DDE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571474"/>
      </p:ext>
    </p:extLst>
  </p:cSld>
  <p:clrMapOvr>
    <a:masterClrMapping/>
  </p:clrMapOvr>
</p:sldLayout>
</file>

<file path=ppt/slideLayouts/slideLayout2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6222DC7-F10F-4496-9ED3-3EA80377DE13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322B953-5667-4832-AD65-DAFB509EE1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78512209"/>
      </p:ext>
    </p:extLst>
  </p:cSld>
  <p:clrMapOvr>
    <a:masterClrMapping/>
  </p:clrMapOvr>
</p:sldLayout>
</file>

<file path=ppt/slideLayouts/slideLayout2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add subtitle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8AACE8B-FD4D-4151-9A73-928F5FB056E4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98AF9014-DAC3-4869-BEB3-045CBB832F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57443124"/>
      </p:ext>
    </p:extLst>
  </p:cSld>
  <p:clrMapOvr>
    <a:masterClrMapping/>
  </p:clrMapOvr>
</p:sldLayout>
</file>

<file path=ppt/slideLayouts/slideLayout2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93E3EA61-7E3A-4B34-B655-E6F5D5106C1D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B5BE00F2-3023-4F65-A41E-DA9145B2482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917171"/>
      </p:ext>
    </p:extLst>
  </p:cSld>
  <p:clrMapOvr>
    <a:masterClrMapping/>
  </p:clrMapOvr>
</p:sldLayout>
</file>

<file path=ppt/slideLayouts/slideLayout2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CE2AE9B-7511-4825-9419-3B2F605213F3}" type="datetime1">
              <a:rPr lang="en-US" smtClean="0"/>
              <a:t>1/9/2026</a:t>
            </a:fld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2940297701"/>
      </p:ext>
    </p:extLst>
  </p:cSld>
  <p:clrMapOvr>
    <a:masterClrMapping/>
  </p:clrMapOvr>
</p:sldLayout>
</file>

<file path=ppt/slideLayouts/slideLayout2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E7C2932-B1B1-40AB-BD3E-E439785194B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D327C5-CD43-47BC-AA5B-5828B41377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96330956"/>
      </p:ext>
    </p:extLst>
  </p:cSld>
  <p:clrMapOvr>
    <a:masterClrMapping/>
  </p:clrMapOvr>
</p:sldLayout>
</file>

<file path=ppt/slideLayouts/slideLayout2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 dirty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60B105F9-CE05-4599-AABB-2E4F2D189CC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784657"/>
            <a:ext cx="2706291" cy="4465029"/>
          </a:xfrm>
        </p:spPr>
        <p:txBody>
          <a:bodyPr/>
          <a:lstStyle>
            <a:lvl1pPr algn="ctr">
              <a:lnSpc>
                <a:spcPct val="100000"/>
              </a:lnSpc>
              <a:defRPr sz="260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0D73BC6-2257-4DC0-ADBD-134C072B07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79255447"/>
      </p:ext>
    </p:extLst>
  </p:cSld>
  <p:clrMapOvr>
    <a:masterClrMapping/>
  </p:clrMapOvr>
</p:sldLayout>
</file>

<file path=ppt/slideLayouts/slideLayout2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05C87FC-097B-40AF-8510-6CA5B991789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74785058"/>
      </p:ext>
    </p:extLst>
  </p:cSld>
  <p:clrMapOvr>
    <a:masterClrMapping/>
  </p:clrMapOvr>
</p:sldLayout>
</file>

<file path=ppt/slideLayouts/slideLayout2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9043D3-62C0-476D-80EE-89EB01F3DE5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98265134"/>
      </p:ext>
    </p:extLst>
  </p:cSld>
  <p:clrMapOvr>
    <a:masterClrMapping/>
  </p:clrMapOvr>
</p:sldLayout>
</file>

<file path=ppt/slideLayouts/slideLayout2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43DD8EC-D496-465C-B621-C6B819A9AD3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C1A761F4-2E07-4259-9F90-C951BE35818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513404"/>
      </p:ext>
    </p:extLst>
  </p:cSld>
  <p:clrMapOvr>
    <a:masterClrMapping/>
  </p:clrMapOvr>
</p:sldLayout>
</file>

<file path=ppt/slideLayouts/slideLayout2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9CFCF7D-79B1-4001-BB64-CFA757C62F6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AB06B3F4-3D95-4C6C-8C97-F222B26031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31594444"/>
      </p:ext>
    </p:extLst>
  </p:cSld>
  <p:clrMapOvr>
    <a:masterClrMapping/>
  </p:clrMapOvr>
</p:sldLayout>
</file>

<file path=ppt/slideLayouts/slideLayout2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79F25FF-5F00-49CC-96AE-6E5ACAA0B73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1B50AE50-B704-4E2F-88E0-8DDAA48158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46315345"/>
      </p:ext>
    </p:extLst>
  </p:cSld>
  <p:clrMapOvr>
    <a:masterClrMapping/>
  </p:clrMapOvr>
</p:sldLayout>
</file>

<file path=ppt/slideLayouts/slideLayout2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3878621-DF10-4EB1-8CA3-677862755C7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AEA4556C-C100-4CFB-BDD5-65DFC255C9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3522259"/>
      </p:ext>
    </p:extLst>
  </p:cSld>
  <p:clrMapOvr>
    <a:masterClrMapping/>
  </p:clrMapOvr>
</p:sldLayout>
</file>

<file path=ppt/slideLayouts/slideLayout2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7505A0A-2B7B-42D1-A038-757E79F4586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A253A56-93E5-4DFD-91D1-EF64684486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6404300"/>
      </p:ext>
    </p:extLst>
  </p:cSld>
  <p:clrMapOvr>
    <a:masterClrMapping/>
  </p:clrMapOvr>
</p:sldLayout>
</file>

<file path=ppt/slideLayouts/slideLayout2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B7568BE0-D5A0-4408-9F47-D281563DCD6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18D71F8-FAAF-4B60-B512-728F4D7D17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83800" y="6552000"/>
            <a:ext cx="769500" cy="86400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 cap="all" baseline="0">
                <a:solidFill>
                  <a:schemeClr val="bg1"/>
                </a:solidFill>
              </a:defRPr>
            </a:lvl1pPr>
            <a:lvl2pPr>
              <a:defRPr sz="900" cap="all" baseline="0">
                <a:solidFill>
                  <a:schemeClr val="accent5"/>
                </a:solidFill>
              </a:defRPr>
            </a:lvl2pPr>
            <a:lvl3pPr>
              <a:defRPr sz="900" cap="all" baseline="0">
                <a:solidFill>
                  <a:schemeClr val="accent5"/>
                </a:solidFill>
              </a:defRPr>
            </a:lvl3pPr>
            <a:lvl4pPr>
              <a:defRPr sz="900" cap="all" baseline="0">
                <a:solidFill>
                  <a:schemeClr val="accent5"/>
                </a:solidFill>
              </a:defRPr>
            </a:lvl4pPr>
            <a:lvl5pPr>
              <a:defRPr sz="900" cap="all" baseline="0">
                <a:solidFill>
                  <a:schemeClr val="accent5"/>
                </a:solidFill>
              </a:defRPr>
            </a:lvl5pPr>
          </a:lstStyle>
          <a:p>
            <a:pPr lvl="0"/>
            <a:r>
              <a:rPr lang="de-DE" dirty="0"/>
              <a:t>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81017029"/>
      </p:ext>
    </p:extLst>
  </p:cSld>
  <p:clrMapOvr>
    <a:masterClrMapping/>
  </p:clrMapOvr>
</p:sldLayout>
</file>

<file path=ppt/slideLayouts/slideLayout2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90AE14F-64C9-4663-8F37-D8BD99A178C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19E32BE2-F137-48EF-9250-3FC1759D22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712219"/>
      </p:ext>
    </p:extLst>
  </p:cSld>
  <p:clrMapOvr>
    <a:masterClrMapping/>
  </p:clrMapOvr>
</p:sldLayout>
</file>

<file path=ppt/slideLayouts/slideLayout2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Text Level 1</a:t>
            </a:r>
          </a:p>
          <a:p>
            <a:pPr lvl="1"/>
            <a:r>
              <a:rPr lang="en-US" dirty="0"/>
              <a:t>Bullet Level 2</a:t>
            </a:r>
            <a:endParaRPr lang="en-US" noProof="0" dirty="0"/>
          </a:p>
          <a:p>
            <a:pPr lvl="2"/>
            <a:r>
              <a:rPr lang="en-US" dirty="0"/>
              <a:t>Bullet Level 3</a:t>
            </a:r>
          </a:p>
          <a:p>
            <a:pPr lvl="3"/>
            <a:r>
              <a:rPr lang="en-US" dirty="0"/>
              <a:t>Bullet Level 4</a:t>
            </a:r>
          </a:p>
          <a:p>
            <a:pPr lvl="4"/>
            <a:r>
              <a:rPr lang="en-US" dirty="0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9D36821-821F-43AC-8524-317F2868BBE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03385075"/>
      </p:ext>
    </p:extLst>
  </p:cSld>
  <p:clrMapOvr>
    <a:masterClrMapping/>
  </p:clrMapOvr>
</p:sldLayout>
</file>

<file path=ppt/slideLayouts/slideLayout3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17A0B25-14B0-4A21-8204-0B279F2282C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D52E92B-34BE-4518-B075-5D01685859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460733"/>
      </p:ext>
    </p:extLst>
  </p:cSld>
  <p:clrMapOvr>
    <a:masterClrMapping/>
  </p:clrMapOvr>
</p:sldLayout>
</file>

<file path=ppt/slideLayouts/slideLayout3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C98B265-44F9-4BFF-9E5B-8ECE0881EF5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600203700"/>
      </p:ext>
    </p:extLst>
  </p:cSld>
  <p:clrMapOvr>
    <a:masterClrMapping/>
  </p:clrMapOvr>
</p:sldLayout>
</file>

<file path=ppt/slideLayouts/slideLayout3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ortrait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868363"/>
            <a:ext cx="2367459" cy="392000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00971ED-458A-4596-A11C-7318F33A4D6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49192" y="1675611"/>
            <a:ext cx="5813822" cy="3112754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2300"/>
              </a:spcBef>
              <a:buNone/>
              <a:defRPr sz="65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76778423-08AC-4368-A5CA-813F81B48A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2900" y="5227200"/>
            <a:ext cx="2367900" cy="604800"/>
          </a:xfrm>
        </p:spPr>
        <p:txBody>
          <a:bodyPr/>
          <a:lstStyle>
            <a:lvl1pPr>
              <a:lnSpc>
                <a:spcPct val="85000"/>
              </a:lnSpc>
              <a:defRPr cap="all" baseline="0"/>
            </a:lvl1pPr>
            <a:lvl2pPr>
              <a:lnSpc>
                <a:spcPct val="85000"/>
              </a:lnSpc>
              <a:defRPr cap="all" baseline="0"/>
            </a:lvl2pPr>
            <a:lvl3pPr>
              <a:lnSpc>
                <a:spcPct val="85000"/>
              </a:lnSpc>
              <a:defRPr cap="all" baseline="0"/>
            </a:lvl3pPr>
            <a:lvl4pPr>
              <a:lnSpc>
                <a:spcPct val="85000"/>
              </a:lnSpc>
              <a:defRPr cap="all" baseline="0"/>
            </a:lvl4pPr>
            <a:lvl5pPr>
              <a:lnSpc>
                <a:spcPct val="85000"/>
              </a:lnSpc>
              <a:defRPr cap="all" baseline="0"/>
            </a:lvl5pPr>
          </a:lstStyle>
          <a:p>
            <a:pPr lvl="0"/>
            <a:r>
              <a:rPr lang="de-DE" dirty="0"/>
              <a:t>Add Source </a:t>
            </a:r>
            <a:r>
              <a:rPr lang="de-DE" dirty="0" err="1"/>
              <a:t>citation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708197048"/>
      </p:ext>
    </p:extLst>
  </p:cSld>
  <p:clrMapOvr>
    <a:masterClrMapping/>
  </p:clrMapOvr>
</p:sldLayout>
</file>

<file path=ppt/slideLayouts/slideLayout3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ortrait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619A2EC-05F0-47B3-BC95-068B34DEED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 noProof="0"/>
              <a:t>Page </a:t>
            </a:r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FDC1295A-5C4A-4ECE-99B9-DDF302E78BC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429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F3665C49-B573-4E67-ABD5-85B452ED98D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4378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2" name="Bildplatzhalter 4">
            <a:extLst>
              <a:ext uri="{FF2B5EF4-FFF2-40B4-BE49-F238E27FC236}">
                <a16:creationId xmlns:a16="http://schemas.microsoft.com/office/drawing/2014/main" id="{8B37095D-0A4D-421B-BA2E-FFE09D1C4B1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429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944B5721-21F0-4B60-A305-F3AF9C3306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4378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C46E2E54-1890-4A70-B1E6-53D7E07028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116634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6EB5D8C2-0786-4932-BB02-27C444B4002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90368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42063A52-3B8C-4278-858E-CE82A677D05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664101" y="1726406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B5469E10-8E18-4409-A258-37995A9C3FF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16634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BA0EEB96-CD84-41A8-B81D-950E061E594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890368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6BF66DA2-56B8-4709-92DF-27E295304E9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664101" y="4140873"/>
            <a:ext cx="1425179" cy="144303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360000" anchor="ctr" anchorCtr="0"/>
          <a:lstStyle>
            <a:lvl1pPr algn="ctr">
              <a:defRPr sz="800" b="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7F57B2D-5F04-46C0-9C90-4E3AC77ACB7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40002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2" name="Textplatzhalter 20">
            <a:extLst>
              <a:ext uri="{FF2B5EF4-FFF2-40B4-BE49-F238E27FC236}">
                <a16:creationId xmlns:a16="http://schemas.microsoft.com/office/drawing/2014/main" id="{99A9D8A6-BD47-4550-A805-AEFCA35560D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0002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3" name="Textplatzhalter 20">
            <a:extLst>
              <a:ext uri="{FF2B5EF4-FFF2-40B4-BE49-F238E27FC236}">
                <a16:creationId xmlns:a16="http://schemas.microsoft.com/office/drawing/2014/main" id="{BB497107-ED65-436E-95D6-0BBB85F358A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443489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4" name="Textplatzhalter 20">
            <a:extLst>
              <a:ext uri="{FF2B5EF4-FFF2-40B4-BE49-F238E27FC236}">
                <a16:creationId xmlns:a16="http://schemas.microsoft.com/office/drawing/2014/main" id="{3E2D1734-A65B-4CC3-B6AE-57243F4AB0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443489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5" name="Textplatzhalter 20">
            <a:extLst>
              <a:ext uri="{FF2B5EF4-FFF2-40B4-BE49-F238E27FC236}">
                <a16:creationId xmlns:a16="http://schemas.microsoft.com/office/drawing/2014/main" id="{FDDC370D-FBA6-4356-85EF-A2C0377C05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115875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6" name="Textplatzhalter 20">
            <a:extLst>
              <a:ext uri="{FF2B5EF4-FFF2-40B4-BE49-F238E27FC236}">
                <a16:creationId xmlns:a16="http://schemas.microsoft.com/office/drawing/2014/main" id="{6CB9D66E-F30D-453A-AB5E-2B7DAB4C2BD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891747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7" name="Textplatzhalter 20">
            <a:extLst>
              <a:ext uri="{FF2B5EF4-FFF2-40B4-BE49-F238E27FC236}">
                <a16:creationId xmlns:a16="http://schemas.microsoft.com/office/drawing/2014/main" id="{89A43C3B-351C-41B5-B60A-2455D09D34D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67618" y="3248052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8" name="Textplatzhalter 20">
            <a:extLst>
              <a:ext uri="{FF2B5EF4-FFF2-40B4-BE49-F238E27FC236}">
                <a16:creationId xmlns:a16="http://schemas.microsoft.com/office/drawing/2014/main" id="{1DBBAFCF-80F3-4C17-82E6-8A52A33BA0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115875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29" name="Textplatzhalter 20">
            <a:extLst>
              <a:ext uri="{FF2B5EF4-FFF2-40B4-BE49-F238E27FC236}">
                <a16:creationId xmlns:a16="http://schemas.microsoft.com/office/drawing/2014/main" id="{391D7730-CA30-4791-ADB0-38EDEF026B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891747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  <p:sp>
        <p:nvSpPr>
          <p:cNvPr id="30" name="Textplatzhalter 20">
            <a:extLst>
              <a:ext uri="{FF2B5EF4-FFF2-40B4-BE49-F238E27FC236}">
                <a16:creationId xmlns:a16="http://schemas.microsoft.com/office/drawing/2014/main" id="{B25E81BE-6057-4922-A911-E8913D3980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667618" y="5657689"/>
            <a:ext cx="1428076" cy="612996"/>
          </a:xfrm>
        </p:spPr>
        <p:txBody>
          <a:bodyPr/>
          <a:lstStyle>
            <a:lvl1pPr>
              <a:lnSpc>
                <a:spcPct val="104000"/>
              </a:lnSpc>
              <a:defRPr sz="1000" cap="all" spc="10" baseline="0">
                <a:latin typeface="+mj-lt"/>
              </a:defRPr>
            </a:lvl1pPr>
            <a:lvl2pPr marL="0" indent="0">
              <a:lnSpc>
                <a:spcPct val="104000"/>
              </a:lnSpc>
              <a:buFontTx/>
              <a:buNone/>
              <a:defRPr sz="1000" cap="all" spc="10" baseline="0">
                <a:solidFill>
                  <a:schemeClr val="accent2"/>
                </a:solidFill>
                <a:latin typeface="+mj-lt"/>
              </a:defRPr>
            </a:lvl2pPr>
            <a:lvl3pPr>
              <a:defRPr sz="1000" cap="all" baseline="0">
                <a:latin typeface="+mj-lt"/>
              </a:defRPr>
            </a:lvl3pPr>
            <a:lvl4pPr>
              <a:defRPr sz="1000" cap="all" baseline="0">
                <a:latin typeface="+mj-lt"/>
              </a:defRPr>
            </a:lvl4pPr>
            <a:lvl5pPr>
              <a:defRPr sz="1000" cap="all" baseline="0">
                <a:latin typeface="+mj-lt"/>
              </a:defRPr>
            </a:lvl5pPr>
          </a:lstStyle>
          <a:p>
            <a:pPr lvl="0"/>
            <a:r>
              <a:rPr lang="en-US" noProof="0" dirty="0"/>
              <a:t>first name last name</a:t>
            </a:r>
          </a:p>
          <a:p>
            <a:pPr lvl="1"/>
            <a:r>
              <a:rPr lang="en-US" noProof="0" dirty="0"/>
              <a:t>For position Title or Department use </a:t>
            </a:r>
          </a:p>
          <a:p>
            <a:pPr lvl="1"/>
            <a:r>
              <a:rPr lang="en-US" noProof="0" dirty="0"/>
              <a:t>List Level 2</a:t>
            </a:r>
          </a:p>
        </p:txBody>
      </p:sp>
    </p:spTree>
    <p:extLst>
      <p:ext uri="{BB962C8B-B14F-4D97-AF65-F5344CB8AC3E}">
        <p14:creationId xmlns:p14="http://schemas.microsoft.com/office/powerpoint/2010/main" val="4291335733"/>
      </p:ext>
    </p:extLst>
  </p:cSld>
  <p:clrMapOvr>
    <a:masterClrMapping/>
  </p:clrMapOvr>
</p:sldLayout>
</file>

<file path=ppt/slideLayouts/slideLayout3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83D29-069A-49C9-863E-7C000EB9AF5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31902BC-BBA2-4785-A962-F609EFC9AB5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569583"/>
      </p:ext>
    </p:extLst>
  </p:cSld>
  <p:clrMapOvr>
    <a:masterClrMapping/>
  </p:clrMapOvr>
</p:sldLayout>
</file>

<file path=ppt/slideLayouts/slideLayout3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+mj-lt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Quotation</a:t>
            </a:r>
          </a:p>
          <a:p>
            <a:pPr lvl="1"/>
            <a:r>
              <a:rPr lang="en-US" noProof="0" dirty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D9516D-0F63-4427-9EDF-6043F952912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70408235"/>
      </p:ext>
    </p:extLst>
  </p:cSld>
  <p:clrMapOvr>
    <a:masterClrMapping/>
  </p:clrMapOvr>
</p:sldLayout>
</file>

<file path=ppt/slideLayouts/slideLayout3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148F8D1-E129-492C-8FFA-25201FDB2EB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79441A11-530F-491B-AA42-4FEC4B05785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708070"/>
      </p:ext>
    </p:extLst>
  </p:cSld>
  <p:clrMapOvr>
    <a:masterClrMapping/>
  </p:clrMapOvr>
</p:sldLayout>
</file>

<file path=ppt/slideLayouts/slideLayout3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 dirty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Contact details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395E5E-3BC0-420D-8D76-B2EE3723BA2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7BE14D2-B343-4569-8BBB-B9D77202603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A11B825-0F8A-4D86-9C2E-50B76B384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95744D-7919-443D-9EF9-D71817A4C59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67380851"/>
      </p:ext>
    </p:extLst>
  </p:cSld>
  <p:clrMapOvr>
    <a:masterClrMapping/>
  </p:clrMapOvr>
</p:sldLayout>
</file>

<file path=ppt/slideLayouts/slideLayout3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1520A9E2-FFB9-4509-87AD-06F67DE0D31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E77CCD8-9005-49E5-9145-654DC6D12FF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4394"/>
      </p:ext>
    </p:extLst>
  </p:cSld>
  <p:clrMapOvr>
    <a:masterClrMapping/>
  </p:clrMapOvr>
</p:sldLayout>
</file>

<file path=ppt/slideLayouts/slideLayout3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0929E8D2-C28A-4B56-945C-18F3745C62E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firstname_surname@hugoboss.com</a:t>
            </a:r>
            <a:br>
              <a:rPr lang="en-US" dirty="0"/>
            </a:br>
            <a:r>
              <a:rPr lang="en-US" dirty="0"/>
              <a:t>Phone +00 0000 00 00000</a:t>
            </a:r>
            <a:br>
              <a:rPr lang="en-US" dirty="0"/>
            </a:br>
            <a:r>
              <a:rPr lang="en-US" dirty="0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+mj-lt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+mj-lt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166776202"/>
      </p:ext>
    </p:extLst>
  </p:cSld>
  <p:clrMapOvr>
    <a:masterClrMapping/>
  </p:clrMapOvr>
</p:sldLayout>
</file>

<file path=ppt/slideLayouts/slideLayout3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E4C08-093A-4E54-95CB-1A517D9352B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3910106"/>
      </p:ext>
    </p:extLst>
  </p:cSld>
  <p:clrMapOvr>
    <a:masterClrMapping/>
  </p:clrMapOvr>
</p:sldLayout>
</file>

<file path=ppt/slideLayouts/slideLayout3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8DC90-51C7-432A-836D-93FA669B9AB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1015031"/>
      </p:ext>
    </p:extLst>
  </p:cSld>
  <p:clrMapOvr>
    <a:masterClrMapping/>
  </p:clrMapOvr>
</p:sldLayout>
</file>

<file path=ppt/slideLayouts/slideLayout3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E650A4AE-F9D8-4AE2-970B-D771A8BA8E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8277255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E650A4AE-F9D8-4AE2-970B-D771A8BA8E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1BD1045-39F2-48EB-B645-C625DF76B339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219666"/>
      </p:ext>
    </p:extLst>
  </p:cSld>
  <p:clrMapOvr>
    <a:masterClrMapping/>
  </p:clrMapOvr>
</p:sldLayout>
</file>

<file path=ppt/slideLayouts/slideLayout3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C47851B0-938E-4B6B-8196-8F15E1ACC71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744846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C47851B0-938E-4B6B-8196-8F15E1ACC71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D6510125-328F-480F-9E5C-238A54646802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264738"/>
      </p:ext>
    </p:extLst>
  </p:cSld>
  <p:clrMapOvr>
    <a:masterClrMapping/>
  </p:clrMapOvr>
</p:sldLayout>
</file>

<file path=ppt/slideLayouts/slideLayout3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71F19F53-3B84-4027-8FCE-6C6A8817BAA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874867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71F19F53-3B84-4027-8FCE-6C6A8817BAA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79DD4CBF-07E2-418A-BF55-9458D7593DB0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251910"/>
      </p:ext>
    </p:extLst>
  </p:cSld>
  <p:clrMapOvr>
    <a:masterClrMapping/>
  </p:clrMapOvr>
</p:sldLayout>
</file>

<file path=ppt/slideLayouts/slideLayout3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1AA424C7-429A-4FF5-B4B0-23ADF998494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359189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1AA424C7-429A-4FF5-B4B0-23ADF99849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1BF1EFFA-F42E-4CB8-912B-FC3EAA928D7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09558"/>
      </p:ext>
    </p:extLst>
  </p:cSld>
  <p:clrMapOvr>
    <a:masterClrMapping/>
  </p:clrMapOvr>
</p:sldLayout>
</file>

<file path=ppt/slideLayouts/slideLayout3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hapt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0B87E9BF-EC78-4B65-A9FC-6755FB094AE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9629435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0B87E9BF-EC78-4B65-A9FC-6755FB094A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hteck 10">
            <a:extLst>
              <a:ext uri="{FF2B5EF4-FFF2-40B4-BE49-F238E27FC236}">
                <a16:creationId xmlns:a16="http://schemas.microsoft.com/office/drawing/2014/main" id="{D33E5B1D-9008-400D-98A9-ADDD5C460E0A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493912"/>
            <a:ext cx="8520113" cy="846859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80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A6BB4AA-1783-484C-9EC2-2096AF451A5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0936618"/>
      </p:ext>
    </p:extLst>
  </p:cSld>
  <p:clrMapOvr>
    <a:masterClrMapping/>
  </p:clrMapOvr>
</p:sldLayout>
</file>

<file path=ppt/slideLayouts/slideLayout3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0F26B746-FC5C-42C8-86BE-B6E20D2EE4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0879464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0F26B746-FC5C-42C8-86BE-B6E20D2EE4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76B6701E-188F-426A-9AEF-2C05DD95AB42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486202936"/>
      </p:ext>
    </p:extLst>
  </p:cSld>
  <p:clrMapOvr>
    <a:masterClrMapping/>
  </p:clrMapOvr>
</p:sldLayout>
</file>

<file path=ppt/slideLayouts/slideLayout3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C0E1A4B0-D35D-4426-8DD2-F2CA960BAF8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501823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C0E1A4B0-D35D-4426-8DD2-F2CA960BAF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FA500DF-1DA7-49C3-AC4C-456B7E7381A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3991687616"/>
      </p:ext>
    </p:extLst>
  </p:cSld>
  <p:clrMapOvr>
    <a:masterClrMapping/>
  </p:clrMapOvr>
</p:sldLayout>
</file>

<file path=ppt/slideLayouts/slideLayout3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05BA4017-3F4D-473E-A923-650039CAF2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313309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05BA4017-3F4D-473E-A923-650039CAF2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27AA1F3-2FF5-4685-9BEC-5C640399641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1468523"/>
      </p:ext>
    </p:extLst>
  </p:cSld>
  <p:clrMapOvr>
    <a:masterClrMapping/>
  </p:clrMapOvr>
</p:sldLayout>
</file>

<file path=ppt/slideLayouts/slideLayout3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AE1E2334-E6B2-4E48-B878-2EF536318F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5688643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AE1E2334-E6B2-4E48-B878-2EF536318F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B8EB0097-281A-49A3-90C0-F94651C30D5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7859809"/>
      </p:ext>
    </p:extLst>
  </p:cSld>
  <p:clrMapOvr>
    <a:masterClrMapping/>
  </p:clrMapOvr>
</p:sldLayout>
</file>

<file path=ppt/slideLayouts/slideLayout3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50CE807D-CCB3-457F-B773-453BE77A7F2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541186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50CE807D-CCB3-457F-B773-453BE77A7F2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CC0732-C04A-462A-9F28-30DDCE591D6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223970627"/>
      </p:ext>
    </p:extLst>
  </p:cSld>
  <p:clrMapOvr>
    <a:masterClrMapping/>
  </p:clrMapOvr>
</p:sldLayout>
</file>

<file path=ppt/slideLayouts/slideLayout3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AB1B045D-D62C-43FB-B6B5-9E193461D50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0644486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AB1B045D-D62C-43FB-B6B5-9E193461D5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3C97E4E-42FA-4B9C-9C38-4C2442FC2ED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71149657"/>
      </p:ext>
    </p:extLst>
  </p:cSld>
  <p:clrMapOvr>
    <a:masterClrMapping/>
  </p:clrMapOvr>
</p:sldLayout>
</file>

<file path=ppt/slideLayouts/slideLayout3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77538823-104C-490A-8DC3-B2BE863FF2F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4669556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77538823-104C-490A-8DC3-B2BE863FF2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66A4718-13F6-4E2B-8AE1-B782C88CE86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206160671"/>
      </p:ext>
    </p:extLst>
  </p:cSld>
  <p:clrMapOvr>
    <a:masterClrMapping/>
  </p:clrMapOvr>
</p:sldLayout>
</file>

<file path=ppt/slideLayouts/slideLayout3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2D98038E-BD77-4FC7-A0AE-4DF8F318820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9052603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2D98038E-BD77-4FC7-A0AE-4DF8F318820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68DB1FE-C902-45D1-91B6-E1C28A3AC02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07163062"/>
      </p:ext>
    </p:extLst>
  </p:cSld>
  <p:clrMapOvr>
    <a:masterClrMapping/>
  </p:clrMapOvr>
</p:sldLayout>
</file>

<file path=ppt/slideLayouts/slideLayout3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D44BE05B-94D2-4F83-89F0-3D9FD0B741D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6990226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D44BE05B-94D2-4F83-89F0-3D9FD0B741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03FC38F-84D7-4849-B440-657F196D38D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060242214"/>
      </p:ext>
    </p:extLst>
  </p:cSld>
  <p:clrMapOvr>
    <a:masterClrMapping/>
  </p:clrMapOvr>
</p:sldLayout>
</file>

<file path=ppt/slideLayouts/slideLayout3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D103DB0B-89D1-437C-A7DE-B43AF827417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6756482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D103DB0B-89D1-437C-A7DE-B43AF82741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BFC7F6-7BB4-4A82-A71F-A0FD54240896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16288226"/>
      </p:ext>
    </p:extLst>
  </p:cSld>
  <p:clrMapOvr>
    <a:masterClrMapping/>
  </p:clrMapOvr>
</p:sldLayout>
</file>

<file path=ppt/slideLayouts/slideLayout3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F95F1690-827E-48B8-94BD-0E61B5C9FC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0272175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F95F1690-827E-48B8-94BD-0E61B5C9FC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CBE9388-7139-458A-BC56-CB59ADF0982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19087574"/>
      </p:ext>
    </p:extLst>
  </p:cSld>
  <p:clrMapOvr>
    <a:masterClrMapping/>
  </p:clrMapOvr>
</p:sldLayout>
</file>

<file path=ppt/slideLayouts/slideLayout3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DC39B37C-14DF-458E-AAE0-B36117FD67B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33353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DC39B37C-14DF-458E-AAE0-B36117FD67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B490198D-7E4D-4C73-9D21-7DD02B16EDB6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273437780"/>
      </p:ext>
    </p:extLst>
  </p:cSld>
  <p:clrMapOvr>
    <a:masterClrMapping/>
  </p:clrMapOvr>
</p:sldLayout>
</file>

<file path=ppt/slideLayouts/slideLayout3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E79AB33B-75A0-4915-9E95-28607E4490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434253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E79AB33B-75A0-4915-9E95-28607E4490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FC9F0B1-C23A-464C-A9ED-BC08622E13D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64105514"/>
      </p:ext>
    </p:extLst>
  </p:cSld>
  <p:clrMapOvr>
    <a:masterClrMapping/>
  </p:clrMapOvr>
</p:sldLayout>
</file>

<file path=ppt/slideLayouts/slideLayout3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F552936D-4B85-4842-ADD3-89EDB6A28F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3970456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F552936D-4B85-4842-ADD3-89EDB6A28F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67CFD43-A9C0-4B8C-88D8-C13104F1D6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26459747"/>
      </p:ext>
    </p:extLst>
  </p:cSld>
  <p:clrMapOvr>
    <a:masterClrMapping/>
  </p:clrMapOvr>
</p:sldLayout>
</file>

<file path=ppt/slideLayouts/slideLayout3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153D6F8C-0A16-479B-939C-E67C239A7F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3816108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153D6F8C-0A16-479B-939C-E67C239A7F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73CFFCD-A4A4-4AF7-8ED6-3FB17ACF538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1551672144"/>
      </p:ext>
    </p:extLst>
  </p:cSld>
  <p:clrMapOvr>
    <a:masterClrMapping/>
  </p:clrMapOvr>
</p:sldLayout>
</file>

<file path=ppt/slideLayouts/slideLayout3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6ABB9351-E0FB-418D-A466-D1F7B54CF8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9089502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6ABB9351-E0FB-418D-A466-D1F7B54CF8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29EC0C1A-2CC5-4E64-BB60-8341207B487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3550763779"/>
      </p:ext>
    </p:extLst>
  </p:cSld>
  <p:clrMapOvr>
    <a:masterClrMapping/>
  </p:clrMapOvr>
</p:sldLayout>
</file>

<file path=ppt/slideLayouts/slideLayout3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80EAAB10-C9F1-4A5B-B03E-8DD54D9E2EE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1111573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80EAAB10-C9F1-4A5B-B03E-8DD54D9E2EE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D3220-53E2-425E-9972-194EC4E00B7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59496465"/>
      </p:ext>
    </p:extLst>
  </p:cSld>
  <p:clrMapOvr>
    <a:masterClrMapping/>
  </p:clrMapOvr>
</p:sldLayout>
</file>

<file path=ppt/slideLayouts/slideLayout3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ED4D3E1B-C8A0-4497-86A3-2BC8FAAEBB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570502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ED4D3E1B-C8A0-4497-86A3-2BC8FAAEBB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77191F-79FD-497E-B803-55B1B666B19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55901741"/>
      </p:ext>
    </p:extLst>
  </p:cSld>
  <p:clrMapOvr>
    <a:masterClrMapping/>
  </p:clrMapOvr>
</p:sldLayout>
</file>

<file path=ppt/slideLayouts/slideLayout3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03F66867-2FD6-4B67-9D95-CC2BBD78334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82497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03F66867-2FD6-4B67-9D95-CC2BBD78334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DD448AB-AD02-4164-B38E-D7C6F4B4322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20290607"/>
      </p:ext>
    </p:extLst>
  </p:cSld>
  <p:clrMapOvr>
    <a:masterClrMapping/>
  </p:clrMapOvr>
</p:sldLayout>
</file>

<file path=ppt/slideLayouts/slideLayout3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B121E8C-7773-45EE-BB8A-1E865908D87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226027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B121E8C-7773-45EE-BB8A-1E865908D8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A46666CD-8503-434B-9F32-5955F8D7EA8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53333AEB-C339-49CF-97C8-76AF1FDA0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</p:spTree>
    <p:extLst>
      <p:ext uri="{BB962C8B-B14F-4D97-AF65-F5344CB8AC3E}">
        <p14:creationId xmlns:p14="http://schemas.microsoft.com/office/powerpoint/2010/main" val="939112801"/>
      </p:ext>
    </p:extLst>
  </p:cSld>
  <p:clrMapOvr>
    <a:masterClrMapping/>
  </p:clrMapOvr>
</p:sldLayout>
</file>

<file path=ppt/slideLayouts/slideLayout3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054D3D9E-942D-4F4A-9A97-20A400BB582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2574091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054D3D9E-942D-4F4A-9A97-20A400BB58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0D4CCE0F-7CC6-4674-8D28-610E4914941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4101941852"/>
      </p:ext>
    </p:extLst>
  </p:cSld>
  <p:clrMapOvr>
    <a:masterClrMapping/>
  </p:clrMapOvr>
</p:sldLayout>
</file>

<file path=ppt/slideLayouts/slideLayout3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62A76C3C-CB85-4F17-A173-70FC5D68FD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1050373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62A76C3C-CB85-4F17-A173-70FC5D68FD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83C06181-2356-4E10-B406-EB8EE21DA9D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504228047"/>
      </p:ext>
    </p:extLst>
  </p:cSld>
  <p:clrMapOvr>
    <a:masterClrMapping/>
  </p:clrMapOvr>
</p:sldLayout>
</file>

<file path=ppt/slideLayouts/slideLayout3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83FA3804-90A0-41C5-B7B4-7341E0D9C73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2541641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83FA3804-90A0-41C5-B7B4-7341E0D9C7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167C3-C576-4A88-86F4-003BA0250CF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46910374"/>
      </p:ext>
    </p:extLst>
  </p:cSld>
  <p:clrMapOvr>
    <a:masterClrMapping/>
  </p:clrMapOvr>
</p:sldLayout>
</file>

<file path=ppt/slideLayouts/slideLayout3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7F444D4C-893E-40AA-A992-AC08AB22F46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5057632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7F444D4C-893E-40AA-A992-AC08AB22F4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04F082-8D83-4DD0-B581-58FDF0412AD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079526086"/>
      </p:ext>
    </p:extLst>
  </p:cSld>
  <p:clrMapOvr>
    <a:masterClrMapping/>
  </p:clrMapOvr>
</p:sldLayout>
</file>

<file path=ppt/slideLayouts/slideLayout3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E650A4AE-F9D8-4AE2-970B-D771A8BA8E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225614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E650A4AE-F9D8-4AE2-970B-D771A8BA8E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1BD1045-39F2-48EB-B645-C625DF76B339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047284"/>
      </p:ext>
    </p:extLst>
  </p:cSld>
  <p:clrMapOvr>
    <a:masterClrMapping/>
  </p:clrMapOvr>
</p:sldLayout>
</file>

<file path=ppt/slideLayouts/slideLayout3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C47851B0-938E-4B6B-8196-8F15E1ACC71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822958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C47851B0-938E-4B6B-8196-8F15E1ACC71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D6510125-328F-480F-9E5C-238A54646802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565341"/>
      </p:ext>
    </p:extLst>
  </p:cSld>
  <p:clrMapOvr>
    <a:masterClrMapping/>
  </p:clrMapOvr>
</p:sldLayout>
</file>

<file path=ppt/slideLayouts/slideLayout3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71F19F53-3B84-4027-8FCE-6C6A8817BAA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4995418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71F19F53-3B84-4027-8FCE-6C6A8817BAA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79DD4CBF-07E2-418A-BF55-9458D7593DB0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925530"/>
      </p:ext>
    </p:extLst>
  </p:cSld>
  <p:clrMapOvr>
    <a:masterClrMapping/>
  </p:clrMapOvr>
</p:sldLayout>
</file>

<file path=ppt/slideLayouts/slideLayout3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1AA424C7-429A-4FF5-B4B0-23ADF998494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4636305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1AA424C7-429A-4FF5-B4B0-23ADF99849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1BF1EFFA-F42E-4CB8-912B-FC3EAA928D7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007718"/>
      </p:ext>
    </p:extLst>
  </p:cSld>
  <p:clrMapOvr>
    <a:masterClrMapping/>
  </p:clrMapOvr>
</p:sldLayout>
</file>

<file path=ppt/slideLayouts/slideLayout3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hapt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0B87E9BF-EC78-4B65-A9FC-6755FB094AE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708854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0B87E9BF-EC78-4B65-A9FC-6755FB094A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hteck 10">
            <a:extLst>
              <a:ext uri="{FF2B5EF4-FFF2-40B4-BE49-F238E27FC236}">
                <a16:creationId xmlns:a16="http://schemas.microsoft.com/office/drawing/2014/main" id="{D33E5B1D-9008-400D-98A9-ADDD5C460E0A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493912"/>
            <a:ext cx="8520113" cy="846859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80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A6BB4AA-1783-484C-9EC2-2096AF451A5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40147009"/>
      </p:ext>
    </p:extLst>
  </p:cSld>
  <p:clrMapOvr>
    <a:masterClrMapping/>
  </p:clrMapOvr>
</p:sldLayout>
</file>

<file path=ppt/slideLayouts/slideLayout3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0F26B746-FC5C-42C8-86BE-B6E20D2EE4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758496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0F26B746-FC5C-42C8-86BE-B6E20D2EE4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76B6701E-188F-426A-9AEF-2C05DD95AB42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2610727498"/>
      </p:ext>
    </p:extLst>
  </p:cSld>
  <p:clrMapOvr>
    <a:masterClrMapping/>
  </p:clrMapOvr>
</p:sldLayout>
</file>

<file path=ppt/slideLayouts/slideLayout3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C0E1A4B0-D35D-4426-8DD2-F2CA960BAF8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760546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C0E1A4B0-D35D-4426-8DD2-F2CA960BAF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FA500DF-1DA7-49C3-AC4C-456B7E7381A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2667869386"/>
      </p:ext>
    </p:extLst>
  </p:cSld>
  <p:clrMapOvr>
    <a:masterClrMapping/>
  </p:clrMapOvr>
</p:sldLayout>
</file>

<file path=ppt/slideLayouts/slideLayout3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05BA4017-3F4D-473E-A923-650039CAF2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0057435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05BA4017-3F4D-473E-A923-650039CAF2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27AA1F3-2FF5-4685-9BEC-5C640399641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04139883"/>
      </p:ext>
    </p:extLst>
  </p:cSld>
  <p:clrMapOvr>
    <a:masterClrMapping/>
  </p:clrMapOvr>
</p:sldLayout>
</file>

<file path=ppt/slideLayouts/slideLayout3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AE1E2334-E6B2-4E48-B878-2EF536318F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452101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AE1E2334-E6B2-4E48-B878-2EF536318F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B8EB0097-281A-49A3-90C0-F94651C30D5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75187945"/>
      </p:ext>
    </p:extLst>
  </p:cSld>
  <p:clrMapOvr>
    <a:masterClrMapping/>
  </p:clrMapOvr>
</p:sldLayout>
</file>

<file path=ppt/slideLayouts/slideLayout3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50CE807D-CCB3-457F-B773-453BE77A7F2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3055704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50CE807D-CCB3-457F-B773-453BE77A7F2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CC0732-C04A-462A-9F28-30DDCE591D6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422963493"/>
      </p:ext>
    </p:extLst>
  </p:cSld>
  <p:clrMapOvr>
    <a:masterClrMapping/>
  </p:clrMapOvr>
</p:sldLayout>
</file>

<file path=ppt/slideLayouts/slideLayout3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AB1B045D-D62C-43FB-B6B5-9E193461D50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9996465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AB1B045D-D62C-43FB-B6B5-9E193461D5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3C97E4E-42FA-4B9C-9C38-4C2442FC2ED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00749927"/>
      </p:ext>
    </p:extLst>
  </p:cSld>
  <p:clrMapOvr>
    <a:masterClrMapping/>
  </p:clrMapOvr>
</p:sldLayout>
</file>

<file path=ppt/slideLayouts/slideLayout3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77538823-104C-490A-8DC3-B2BE863FF2F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8391798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77538823-104C-490A-8DC3-B2BE863FF2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66A4718-13F6-4E2B-8AE1-B782C88CE86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48890066"/>
      </p:ext>
    </p:extLst>
  </p:cSld>
  <p:clrMapOvr>
    <a:masterClrMapping/>
  </p:clrMapOvr>
</p:sldLayout>
</file>

<file path=ppt/slideLayouts/slideLayout3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2D98038E-BD77-4FC7-A0AE-4DF8F318820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8764859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2D98038E-BD77-4FC7-A0AE-4DF8F318820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68DB1FE-C902-45D1-91B6-E1C28A3AC02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800199526"/>
      </p:ext>
    </p:extLst>
  </p:cSld>
  <p:clrMapOvr>
    <a:masterClrMapping/>
  </p:clrMapOvr>
</p:sldLayout>
</file>

<file path=ppt/slideLayouts/slideLayout3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D44BE05B-94D2-4F83-89F0-3D9FD0B741D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843957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D44BE05B-94D2-4F83-89F0-3D9FD0B741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03FC38F-84D7-4849-B440-657F196D38D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972924489"/>
      </p:ext>
    </p:extLst>
  </p:cSld>
  <p:clrMapOvr>
    <a:masterClrMapping/>
  </p:clrMapOvr>
</p:sldLayout>
</file>

<file path=ppt/slideLayouts/slideLayout3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D103DB0B-89D1-437C-A7DE-B43AF827417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7432536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D103DB0B-89D1-437C-A7DE-B43AF82741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BFC7F6-7BB4-4A82-A71F-A0FD54240896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118602530"/>
      </p:ext>
    </p:extLst>
  </p:cSld>
  <p:clrMapOvr>
    <a:masterClrMapping/>
  </p:clrMapOvr>
</p:sldLayout>
</file>

<file path=ppt/slideLayouts/slideLayout3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F95F1690-827E-48B8-94BD-0E61B5C9FC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3486733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F95F1690-827E-48B8-94BD-0E61B5C9FC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CBE9388-7139-458A-BC56-CB59ADF0982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57347924"/>
      </p:ext>
    </p:extLst>
  </p:cSld>
  <p:clrMapOvr>
    <a:masterClrMapping/>
  </p:clrMapOvr>
</p:sldLayout>
</file>

<file path=ppt/slideLayouts/slideLayout3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DC39B37C-14DF-458E-AAE0-B36117FD67B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524835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DC39B37C-14DF-458E-AAE0-B36117FD67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B490198D-7E4D-4C73-9D21-7DD02B16EDB6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906393825"/>
      </p:ext>
    </p:extLst>
  </p:cSld>
  <p:clrMapOvr>
    <a:masterClrMapping/>
  </p:clrMapOvr>
</p:sldLayout>
</file>

<file path=ppt/slideLayouts/slideLayout3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E79AB33B-75A0-4915-9E95-28607E4490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2494338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E79AB33B-75A0-4915-9E95-28607E4490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FC9F0B1-C23A-464C-A9ED-BC08622E13D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937807"/>
      </p:ext>
    </p:extLst>
  </p:cSld>
  <p:clrMapOvr>
    <a:masterClrMapping/>
  </p:clrMapOvr>
</p:sldLayout>
</file>

<file path=ppt/slideLayouts/slideLayout3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F552936D-4B85-4842-ADD3-89EDB6A28F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591474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F552936D-4B85-4842-ADD3-89EDB6A28F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67CFD43-A9C0-4B8C-88D8-C13104F1D6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77533380"/>
      </p:ext>
    </p:extLst>
  </p:cSld>
  <p:clrMapOvr>
    <a:masterClrMapping/>
  </p:clrMapOvr>
</p:sldLayout>
</file>

<file path=ppt/slideLayouts/slideLayout3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153D6F8C-0A16-479B-939C-E67C239A7F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9976148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153D6F8C-0A16-479B-939C-E67C239A7F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73CFFCD-A4A4-4AF7-8ED6-3FB17ACF538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2928579266"/>
      </p:ext>
    </p:extLst>
  </p:cSld>
  <p:clrMapOvr>
    <a:masterClrMapping/>
  </p:clrMapOvr>
</p:sldLayout>
</file>

<file path=ppt/slideLayouts/slideLayout3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6ABB9351-E0FB-418D-A466-D1F7B54CF8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870245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6ABB9351-E0FB-418D-A466-D1F7B54CF8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29EC0C1A-2CC5-4E64-BB60-8341207B4872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777450777"/>
      </p:ext>
    </p:extLst>
  </p:cSld>
  <p:clrMapOvr>
    <a:masterClrMapping/>
  </p:clrMapOvr>
</p:sldLayout>
</file>

<file path=ppt/slideLayouts/slideLayout3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80EAAB10-C9F1-4A5B-B03E-8DD54D9E2EE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7816345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80EAAB10-C9F1-4A5B-B03E-8DD54D9E2EE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D3220-53E2-425E-9972-194EC4E00B7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400776620"/>
      </p:ext>
    </p:extLst>
  </p:cSld>
  <p:clrMapOvr>
    <a:masterClrMapping/>
  </p:clrMapOvr>
</p:sldLayout>
</file>

<file path=ppt/slideLayouts/slideLayout3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ED4D3E1B-C8A0-4497-86A3-2BC8FAAEBB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4357437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ED4D3E1B-C8A0-4497-86A3-2BC8FAAEBB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77191F-79FD-497E-B803-55B1B666B19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50169082"/>
      </p:ext>
    </p:extLst>
  </p:cSld>
  <p:clrMapOvr>
    <a:masterClrMapping/>
  </p:clrMapOvr>
</p:sldLayout>
</file>

<file path=ppt/slideLayouts/slideLayout3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03F66867-2FD6-4B67-9D95-CC2BBD78334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5109795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03F66867-2FD6-4B67-9D95-CC2BBD78334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DD448AB-AD02-4164-B38E-D7C6F4B4322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72389642"/>
      </p:ext>
    </p:extLst>
  </p:cSld>
  <p:clrMapOvr>
    <a:masterClrMapping/>
  </p:clrMapOvr>
</p:sldLayout>
</file>

<file path=ppt/slideLayouts/slideLayout3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B121E8C-7773-45EE-BB8A-1E865908D87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7109146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B121E8C-7773-45EE-BB8A-1E865908D8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A46666CD-8503-434B-9F32-5955F8D7EA8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Claim 5 Update Template</a:t>
            </a:r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53333AEB-C339-49CF-97C8-76AF1FDA0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</p:spTree>
    <p:extLst>
      <p:ext uri="{BB962C8B-B14F-4D97-AF65-F5344CB8AC3E}">
        <p14:creationId xmlns:p14="http://schemas.microsoft.com/office/powerpoint/2010/main" val="2345914443"/>
      </p:ext>
    </p:extLst>
  </p:cSld>
  <p:clrMapOvr>
    <a:masterClrMapping/>
  </p:clrMapOvr>
</p:sldLayout>
</file>

<file path=ppt/slideLayouts/slideLayout3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054D3D9E-942D-4F4A-9A97-20A400BB582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7893056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054D3D9E-942D-4F4A-9A97-20A400BB58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0D4CCE0F-7CC6-4674-8D28-610E4914941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1352295311"/>
      </p:ext>
    </p:extLst>
  </p:cSld>
  <p:clrMapOvr>
    <a:masterClrMapping/>
  </p:clrMapOvr>
</p:sldLayout>
</file>

<file path=ppt/slideLayouts/slideLayout3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62A76C3C-CB85-4F17-A173-70FC5D68FD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579332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62A76C3C-CB85-4F17-A173-70FC5D68FD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83C06181-2356-4E10-B406-EB8EE21DA9D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92818485"/>
      </p:ext>
    </p:extLst>
  </p:cSld>
  <p:clrMapOvr>
    <a:masterClrMapping/>
  </p:clrMapOvr>
</p:sldLayout>
</file>

<file path=ppt/slideLayouts/slideLayout3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83FA3804-90A0-41C5-B7B4-7341E0D9C73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264981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83FA3804-90A0-41C5-B7B4-7341E0D9C7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167C3-C576-4A88-86F4-003BA0250CF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18395717"/>
      </p:ext>
    </p:extLst>
  </p:cSld>
  <p:clrMapOvr>
    <a:masterClrMapping/>
  </p:clrMapOvr>
</p:sldLayout>
</file>

<file path=ppt/slideLayouts/slideLayout3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7F444D4C-893E-40AA-A992-AC08AB22F46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2645152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7F444D4C-893E-40AA-A992-AC08AB22F4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04F082-8D83-4DD0-B581-58FDF0412AD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Claim 5 Update Template</a:t>
            </a:r>
            <a:endParaRPr lang="en-US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81083098"/>
      </p:ext>
    </p:extLst>
  </p:cSld>
  <p:clrMapOvr>
    <a:masterClrMapping/>
  </p:clrMapOvr>
</p:sldLayout>
</file>

<file path=ppt/slideLayouts/slideLayout3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17061D7C-B784-4E3D-B949-2518C396D9E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0514130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17061D7C-B784-4E3D-B949-2518C396D9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A31CD8FF-9C6A-4923-BACA-C5019CE8DAAF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063279"/>
      </p:ext>
    </p:extLst>
  </p:cSld>
  <p:clrMapOvr>
    <a:masterClrMapping/>
  </p:clrMapOvr>
</p:sldLayout>
</file>

<file path=ppt/slideLayouts/slideLayout3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AA5C1533-AA30-40E1-845E-35709B7A9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5841291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AA5C1533-AA30-40E1-845E-35709B7A93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C45AC9DB-7C66-43C2-A483-9F06A8520A2C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622547"/>
      </p:ext>
    </p:extLst>
  </p:cSld>
  <p:clrMapOvr>
    <a:masterClrMapping/>
  </p:clrMapOvr>
</p:sldLayout>
</file>

<file path=ppt/slideLayouts/slideLayout3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C70D7EBA-DF18-4670-9E3C-211038F5B09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442281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C70D7EBA-DF18-4670-9E3C-211038F5B0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E2A38D94-224B-472F-B84A-BFEA3A74B2ED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95107"/>
      </p:ext>
    </p:extLst>
  </p:cSld>
  <p:clrMapOvr>
    <a:masterClrMapping/>
  </p:clrMapOvr>
</p:sldLayout>
</file>

<file path=ppt/slideLayouts/slideLayout3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8F000723-B413-43B4-A8AB-5129A861B0D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198707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8F000723-B413-43B4-A8AB-5129A861B0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DDBAAABB-E345-4A3B-8FCD-A0AF3ADBAA1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655465"/>
      </p:ext>
    </p:extLst>
  </p:cSld>
  <p:clrMapOvr>
    <a:masterClrMapping/>
  </p:clrMapOvr>
</p:sldLayout>
</file>

<file path=ppt/slideLayouts/slideLayout3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hapt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5BF492CB-00B7-4F28-86A0-621EA13525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0674754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5BF492CB-00B7-4F28-86A0-621EA13525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hteck 10">
            <a:extLst>
              <a:ext uri="{FF2B5EF4-FFF2-40B4-BE49-F238E27FC236}">
                <a16:creationId xmlns:a16="http://schemas.microsoft.com/office/drawing/2014/main" id="{D33E5B1D-9008-400D-98A9-ADDD5C460E0A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493912"/>
            <a:ext cx="8520113" cy="846859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80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C2D4E88E-A10A-4FD6-B018-81B02DF2864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86445032"/>
      </p:ext>
    </p:extLst>
  </p:cSld>
  <p:clrMapOvr>
    <a:masterClrMapping/>
  </p:clrMapOvr>
</p:sldLayout>
</file>

<file path=ppt/slideLayouts/slideLayout3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011114F0-912E-46B2-B532-A3D7167F689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365768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011114F0-912E-46B2-B532-A3D7167F68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B7E73C18-6FFA-4728-A88A-0B4728215FE4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4040037158"/>
      </p:ext>
    </p:extLst>
  </p:cSld>
  <p:clrMapOvr>
    <a:masterClrMapping/>
  </p:clrMapOvr>
</p:sldLayout>
</file>

<file path=ppt/slideLayouts/slideLayout3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727621E4-0C6B-4EDB-8ACE-FF986737C54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70460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727621E4-0C6B-4EDB-8ACE-FF986737C5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2D9A7B52-6381-443B-9C68-092C48B9A0B8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922563550"/>
      </p:ext>
    </p:extLst>
  </p:cSld>
  <p:clrMapOvr>
    <a:masterClrMapping/>
  </p:clrMapOvr>
</p:sldLayout>
</file>

<file path=ppt/slideLayouts/slideLayout3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7A0EC4F5-40D6-4DFF-A3A6-C0F84D74157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5048541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7A0EC4F5-40D6-4DFF-A3A6-C0F84D7415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97DABFFF-DCFF-494B-BC99-2CBD4C68E91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7276972"/>
      </p:ext>
    </p:extLst>
  </p:cSld>
  <p:clrMapOvr>
    <a:masterClrMapping/>
  </p:clrMapOvr>
</p:sldLayout>
</file>

<file path=ppt/slideLayouts/slideLayout3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592B7D29-92C1-4E1A-A288-616A2EA729B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469304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592B7D29-92C1-4E1A-A288-616A2EA729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1F498D65-BE02-43DB-9122-24EEB17AB70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08872318"/>
      </p:ext>
    </p:extLst>
  </p:cSld>
  <p:clrMapOvr>
    <a:masterClrMapping/>
  </p:clrMapOvr>
</p:sldLayout>
</file>

<file path=ppt/slideLayouts/slideLayout3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6CD4117B-4993-4756-9549-6ACD098D545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6464119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6CD4117B-4993-4756-9549-6ACD098D54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6BA6875-CB0A-4EDA-B9CF-CCE10B14A69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56658367"/>
      </p:ext>
    </p:extLst>
  </p:cSld>
  <p:clrMapOvr>
    <a:masterClrMapping/>
  </p:clrMapOvr>
</p:sldLayout>
</file>

<file path=ppt/slideLayouts/slideLayout3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ECE64AFC-81B0-4D04-8A29-1465A886283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9598964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ECE64AFC-81B0-4D04-8A29-1465A88628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3CAEFC8-27E8-4E35-B28E-BD1B2884FB7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542304991"/>
      </p:ext>
    </p:extLst>
  </p:cSld>
  <p:clrMapOvr>
    <a:masterClrMapping/>
  </p:clrMapOvr>
</p:sldLayout>
</file>

<file path=ppt/slideLayouts/slideLayout3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CD5B7EF8-3550-4CEA-95CB-6CB63DD9035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4569177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CD5B7EF8-3550-4CEA-95CB-6CB63DD903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E232A157-EE62-4C1A-BFB2-6039B5E8E78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486687469"/>
      </p:ext>
    </p:extLst>
  </p:cSld>
  <p:clrMapOvr>
    <a:masterClrMapping/>
  </p:clrMapOvr>
</p:sldLayout>
</file>

<file path=ppt/slideLayouts/slideLayout3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EAC1547D-0A00-455A-B95E-87AA97A2469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669171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EAC1547D-0A00-455A-B95E-87AA97A246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5D5B020-89DC-43BA-B405-8092A24AEF2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41674746"/>
      </p:ext>
    </p:extLst>
  </p:cSld>
  <p:clrMapOvr>
    <a:masterClrMapping/>
  </p:clrMapOvr>
</p:sldLayout>
</file>

<file path=ppt/slideLayouts/slideLayout3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51AD7EA7-2F5B-4A99-93BE-0C5D85F8B0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9352080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51AD7EA7-2F5B-4A99-93BE-0C5D85F8B0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8DB66A1-0A05-4A62-83DF-9325C7F1A42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05246870"/>
      </p:ext>
    </p:extLst>
  </p:cSld>
  <p:clrMapOvr>
    <a:masterClrMapping/>
  </p:clrMapOvr>
</p:sldLayout>
</file>

<file path=ppt/slideLayouts/slideLayout3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0630C1C5-B08A-47F4-934A-25C92A7D405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5052635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0630C1C5-B08A-47F4-934A-25C92A7D40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1118CF6-B308-4E76-A991-8A2517F3ED3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584883709"/>
      </p:ext>
    </p:extLst>
  </p:cSld>
  <p:clrMapOvr>
    <a:masterClrMapping/>
  </p:clrMapOvr>
</p:sldLayout>
</file>

<file path=ppt/slideLayouts/slideLayout3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32FE3652-B713-410C-BF03-86128C61EEA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4468960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32FE3652-B713-410C-BF03-86128C61EEA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E7D00FB1-B483-4762-AE55-7B69BAC09B7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44233550"/>
      </p:ext>
    </p:extLst>
  </p:cSld>
  <p:clrMapOvr>
    <a:masterClrMapping/>
  </p:clrMapOvr>
</p:sldLayout>
</file>

<file path=ppt/slideLayouts/slideLayout3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5E267C83-3F0E-42F0-BD87-355A7FC1D5B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659068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5E267C83-3F0E-42F0-BD87-355A7FC1D5B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26ADE125-22FE-4697-955C-E38429F3062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18573357"/>
      </p:ext>
    </p:extLst>
  </p:cSld>
  <p:clrMapOvr>
    <a:masterClrMapping/>
  </p:clrMapOvr>
</p:sldLayout>
</file>

<file path=ppt/slideLayouts/slideLayout3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061D363C-BD05-4910-9618-EF266B58015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8912174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061D363C-BD05-4910-9618-EF266B5801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A9E864F-CBFA-4190-BBD7-B9656A84403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66833741"/>
      </p:ext>
    </p:extLst>
  </p:cSld>
  <p:clrMapOvr>
    <a:masterClrMapping/>
  </p:clrMapOvr>
</p:sldLayout>
</file>

<file path=ppt/slideLayouts/slideLayout3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6B03BEC8-1B70-4751-9C81-1C37356D1BA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853781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6B03BEC8-1B70-4751-9C81-1C37356D1BA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4D5775A-5D6A-4495-B0BC-9C2C7438D9F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574550970"/>
      </p:ext>
    </p:extLst>
  </p:cSld>
  <p:clrMapOvr>
    <a:masterClrMapping/>
  </p:clrMapOvr>
</p:sldLayout>
</file>

<file path=ppt/slideLayouts/slideLayout3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DBA19701-29EC-42EF-AA49-82E4A50E6CD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8250712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DBA19701-29EC-42EF-AA49-82E4A50E6C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BDAABB-57D5-4B82-93B4-D089BA90EDC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2214426469"/>
      </p:ext>
    </p:extLst>
  </p:cSld>
  <p:clrMapOvr>
    <a:masterClrMapping/>
  </p:clrMapOvr>
</p:sldLayout>
</file>

<file path=ppt/slideLayouts/slideLayout3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33C9D0EE-E89D-4D7E-AFB0-74382591E7B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6292659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33C9D0EE-E89D-4D7E-AFB0-74382591E7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6797835-ABB2-4692-8C63-8C23AE4CE9B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1160087120"/>
      </p:ext>
    </p:extLst>
  </p:cSld>
  <p:clrMapOvr>
    <a:masterClrMapping/>
  </p:clrMapOvr>
</p:sldLayout>
</file>

<file path=ppt/slideLayouts/slideLayout3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A8CB96E5-0410-44FA-AB6D-950113B2788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9303810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A8CB96E5-0410-44FA-AB6D-950113B278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3A3EA-1A8D-47C2-BA90-20D2F83C5E4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589600"/>
      </p:ext>
    </p:extLst>
  </p:cSld>
  <p:clrMapOvr>
    <a:masterClrMapping/>
  </p:clrMapOvr>
</p:sldLayout>
</file>

<file path=ppt/slideLayouts/slideLayout3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228A7E06-8A64-4388-BC7C-E0EB479355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5354386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228A7E06-8A64-4388-BC7C-E0EB479355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5B07F-2CBD-4796-8EC7-06D1FA0CA5B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26681291"/>
      </p:ext>
    </p:extLst>
  </p:cSld>
  <p:clrMapOvr>
    <a:masterClrMapping/>
  </p:clrMapOvr>
</p:sldLayout>
</file>

<file path=ppt/slideLayouts/slideLayout3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378DBA7C-FC92-4FAC-8EB7-E738D3EE06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764346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378DBA7C-FC92-4FAC-8EB7-E738D3EE06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A46723A-5109-4D59-A5A2-1664059CAE1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564227702"/>
      </p:ext>
    </p:extLst>
  </p:cSld>
  <p:clrMapOvr>
    <a:masterClrMapping/>
  </p:clrMapOvr>
</p:sldLayout>
</file>

<file path=ppt/slideLayouts/slideLayout3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4FC97518-D5E3-4FA1-8B87-385CC12629A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6746759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4FC97518-D5E3-4FA1-8B87-385CC12629A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DEDAA871-4048-48B8-9F8A-A130A5B8028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53333AEB-C339-49CF-97C8-76AF1FDA0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</p:spTree>
    <p:extLst>
      <p:ext uri="{BB962C8B-B14F-4D97-AF65-F5344CB8AC3E}">
        <p14:creationId xmlns:p14="http://schemas.microsoft.com/office/powerpoint/2010/main" val="3197862336"/>
      </p:ext>
    </p:extLst>
  </p:cSld>
  <p:clrMapOvr>
    <a:masterClrMapping/>
  </p:clrMapOvr>
</p:sldLayout>
</file>

<file path=ppt/slideLayouts/slideLayout3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68A0D58F-AFDC-4552-828A-D5C719B717B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895973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68A0D58F-AFDC-4552-828A-D5C719B717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1780DC07-6BF8-40B0-9D09-2F785B9B841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4144943820"/>
      </p:ext>
    </p:extLst>
  </p:cSld>
  <p:clrMapOvr>
    <a:masterClrMapping/>
  </p:clrMapOvr>
</p:sldLayout>
</file>

<file path=ppt/slideLayouts/slideLayout3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67B845D3-3D82-4655-922B-7E94637B33D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0383057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67B845D3-3D82-4655-922B-7E94637B33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DD0CCFCC-D687-40BB-A401-58E27BA8B14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2351879456"/>
      </p:ext>
    </p:extLst>
  </p:cSld>
  <p:clrMapOvr>
    <a:masterClrMapping/>
  </p:clrMapOvr>
</p:sldLayout>
</file>

<file path=ppt/slideLayouts/slideLayout3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4226DED8-E5A6-4BB8-8A72-177EF4FAE1B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558380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4226DED8-E5A6-4BB8-8A72-177EF4FAE1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A4278-2FFA-41BD-B184-83A9ECDACF6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07900181"/>
      </p:ext>
    </p:extLst>
  </p:cSld>
  <p:clrMapOvr>
    <a:masterClrMapping/>
  </p:clrMapOvr>
</p:sldLayout>
</file>

<file path=ppt/slideLayouts/slideLayout3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D704CDDA-D29F-49B2-9947-6DA83ED2D5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4578484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D704CDDA-D29F-49B2-9947-6DA83ED2D5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62FE0-1216-4B76-87F8-995E13D4192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352994625"/>
      </p:ext>
    </p:extLst>
  </p:cSld>
  <p:clrMapOvr>
    <a:masterClrMapping/>
  </p:clrMapOvr>
</p:sldLayout>
</file>

<file path=ppt/slideLayouts/slideLayout39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9569C5F8-4C88-44ED-BD6F-5E123B636B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9577338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9569C5F8-4C88-44ED-BD6F-5E123B636B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03592049-7FAA-4454-B102-F3065777C4CC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244683"/>
      </p:ext>
    </p:extLst>
  </p:cSld>
  <p:clrMapOvr>
    <a:masterClrMapping/>
  </p:clrMapOvr>
</p:sldLayout>
</file>

<file path=ppt/slideLayouts/slideLayout4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1CC010B2-658B-470B-84B2-80CB7861884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6806140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1CC010B2-658B-470B-84B2-80CB786188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9ECA9A6-A9F3-4DE6-97F7-A4566882196C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812825"/>
      </p:ext>
    </p:extLst>
  </p:cSld>
  <p:clrMapOvr>
    <a:masterClrMapping/>
  </p:clrMapOvr>
</p:sldLayout>
</file>

<file path=ppt/slideLayouts/slideLayout4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0A5BE9B2-211D-4672-8703-903737862BE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9090863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0A5BE9B2-211D-4672-8703-903737862B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B299F16A-899D-422B-B3A0-05601AF0F366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069818"/>
      </p:ext>
    </p:extLst>
  </p:cSld>
  <p:clrMapOvr>
    <a:masterClrMapping/>
  </p:clrMapOvr>
</p:sldLayout>
</file>

<file path=ppt/slideLayouts/slideLayout4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4157BC20-D15F-41EA-8EFA-259A78C3C6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0085861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4157BC20-D15F-41EA-8EFA-259A78C3C6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25106304-8139-42D9-AFA8-72F1F713E0FA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872085"/>
      </p:ext>
    </p:extLst>
  </p:cSld>
  <p:clrMapOvr>
    <a:masterClrMapping/>
  </p:clrMapOvr>
</p:sldLayout>
</file>

<file path=ppt/slideLayouts/slideLayout4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hapt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34AF82E9-41A2-4862-81AC-742605566A5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687546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34AF82E9-41A2-4862-81AC-742605566A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hteck 10">
            <a:extLst>
              <a:ext uri="{FF2B5EF4-FFF2-40B4-BE49-F238E27FC236}">
                <a16:creationId xmlns:a16="http://schemas.microsoft.com/office/drawing/2014/main" id="{D33E5B1D-9008-400D-98A9-ADDD5C460E0A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493912"/>
            <a:ext cx="8520113" cy="846859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80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F8E70DAC-D08E-4249-B3A9-9861CFBC66F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60327030"/>
      </p:ext>
    </p:extLst>
  </p:cSld>
  <p:clrMapOvr>
    <a:masterClrMapping/>
  </p:clrMapOvr>
</p:sldLayout>
</file>

<file path=ppt/slideLayouts/slideLayout4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72F63394-4356-4E42-9930-1211C6F47AD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688407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72F63394-4356-4E42-9930-1211C6F47A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196D8DC2-BDD1-4CE4-AB54-C48F1BF9B56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605904632"/>
      </p:ext>
    </p:extLst>
  </p:cSld>
  <p:clrMapOvr>
    <a:masterClrMapping/>
  </p:clrMapOvr>
</p:sldLayout>
</file>

<file path=ppt/slideLayouts/slideLayout4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12E9B112-CF51-4A57-BCA4-3424A0C1539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6787742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12E9B112-CF51-4A57-BCA4-3424A0C153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F2B14E88-C10E-4EC8-BF27-9B85D84C6846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2143032951"/>
      </p:ext>
    </p:extLst>
  </p:cSld>
  <p:clrMapOvr>
    <a:masterClrMapping/>
  </p:clrMapOvr>
</p:sldLayout>
</file>

<file path=ppt/slideLayouts/slideLayout4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1C4BAF89-6323-4708-A825-E453EC7FCD2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1290904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1C4BAF89-6323-4708-A825-E453EC7FCD2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67D9FD2-8846-4880-972D-462B4A65FFB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9514052"/>
      </p:ext>
    </p:extLst>
  </p:cSld>
  <p:clrMapOvr>
    <a:masterClrMapping/>
  </p:clrMapOvr>
</p:sldLayout>
</file>

<file path=ppt/slideLayouts/slideLayout4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F4CD39F0-1588-43F7-A477-696F6DF1CFB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0656594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F4CD39F0-1588-43F7-A477-696F6DF1CF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FDA46DA3-3820-47B2-A8FD-2631F73E856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09687606"/>
      </p:ext>
    </p:extLst>
  </p:cSld>
  <p:clrMapOvr>
    <a:masterClrMapping/>
  </p:clrMapOvr>
</p:sldLayout>
</file>

<file path=ppt/slideLayouts/slideLayout4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A558DBF6-A237-4F19-8E2C-0FAA2A28337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314646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A558DBF6-A237-4F19-8E2C-0FAA2A28337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DDE7D31-0C02-41F7-961C-E8C453F986F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256318154"/>
      </p:ext>
    </p:extLst>
  </p:cSld>
  <p:clrMapOvr>
    <a:masterClrMapping/>
  </p:clrMapOvr>
</p:sldLayout>
</file>

<file path=ppt/slideLayouts/slideLayout4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0A3AEAAC-D172-405A-9ADB-2EE381FC2D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5259992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0A3AEAAC-D172-405A-9ADB-2EE381FC2D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4A6E5F-AD16-4226-BB0A-8E274A549DB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48232102"/>
      </p:ext>
    </p:extLst>
  </p:cSld>
  <p:clrMapOvr>
    <a:masterClrMapping/>
  </p:clrMapOvr>
</p:sldLayout>
</file>

<file path=ppt/slideLayouts/slideLayout4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46BAF0F3-3237-45E2-9E58-8E57C5BDDF9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1042414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46BAF0F3-3237-45E2-9E58-8E57C5BDDF9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ABDD782-4DA2-4540-B61C-4835BA6FAA4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61849317"/>
      </p:ext>
    </p:extLst>
  </p:cSld>
  <p:clrMapOvr>
    <a:masterClrMapping/>
  </p:clrMapOvr>
</p:sldLayout>
</file>

<file path=ppt/slideLayouts/slideLayout4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16ABA287-D003-48DF-B062-2712F32E824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2601522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16ABA287-D003-48DF-B062-2712F32E82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5DEA69C-CD91-4C6F-AB28-5F9B64C4F13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9096029"/>
      </p:ext>
    </p:extLst>
  </p:cSld>
  <p:clrMapOvr>
    <a:masterClrMapping/>
  </p:clrMapOvr>
</p:sldLayout>
</file>

<file path=ppt/slideLayouts/slideLayout4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2B9A2BE4-7E76-4584-90D1-58480C303A5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9757217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2B9A2BE4-7E76-4584-90D1-58480C303A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3A073D0-5A79-4088-9620-8202F80452A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86200327"/>
      </p:ext>
    </p:extLst>
  </p:cSld>
  <p:clrMapOvr>
    <a:masterClrMapping/>
  </p:clrMapOvr>
</p:sldLayout>
</file>

<file path=ppt/slideLayouts/slideLayout4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476050E4-D6CE-4D56-9A87-F6859B1DC08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4173552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476050E4-D6CE-4D56-9A87-F6859B1DC08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745BE18-AF50-4577-B62D-6253BAEFA22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89081772"/>
      </p:ext>
    </p:extLst>
  </p:cSld>
  <p:clrMapOvr>
    <a:masterClrMapping/>
  </p:clrMapOvr>
</p:sldLayout>
</file>

<file path=ppt/slideLayouts/slideLayout4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185859EB-CFE0-4E0A-8603-AAB1BF235A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0948621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185859EB-CFE0-4E0A-8603-AAB1BF235A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27B149B-767C-4BD4-8A04-6817BD3ED80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118765652"/>
      </p:ext>
    </p:extLst>
  </p:cSld>
  <p:clrMapOvr>
    <a:masterClrMapping/>
  </p:clrMapOvr>
</p:sldLayout>
</file>

<file path=ppt/slideLayouts/slideLayout4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485B57DA-1420-43A3-A254-BC339D3FC87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5106631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485B57DA-1420-43A3-A254-BC339D3FC87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12C36F86-7DC3-484E-88DE-1218DEFC182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84310650"/>
      </p:ext>
    </p:extLst>
  </p:cSld>
  <p:clrMapOvr>
    <a:masterClrMapping/>
  </p:clrMapOvr>
</p:sldLayout>
</file>

<file path=ppt/slideLayouts/slideLayout4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FDA6C3D2-B3BF-4F0C-8920-50E2B6774E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3607005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FDA6C3D2-B3BF-4F0C-8920-50E2B6774E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67441A1-FB20-4560-A725-6556D8D99E9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86001368"/>
      </p:ext>
    </p:extLst>
  </p:cSld>
  <p:clrMapOvr>
    <a:masterClrMapping/>
  </p:clrMapOvr>
</p:sldLayout>
</file>

<file path=ppt/slideLayouts/slideLayout4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84D2FF3F-7BEB-4E28-96D6-571DD4C66AC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0378891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84D2FF3F-7BEB-4E28-96D6-571DD4C66A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8661316-F6FC-4F61-B215-CFEEFAD952D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095935349"/>
      </p:ext>
    </p:extLst>
  </p:cSld>
  <p:clrMapOvr>
    <a:masterClrMapping/>
  </p:clrMapOvr>
</p:sldLayout>
</file>

<file path=ppt/slideLayouts/slideLayout4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050281E9-9793-48ED-94DF-3E33B01D94F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7625966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050281E9-9793-48ED-94DF-3E33B01D94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61B2CDB-5BA6-4A5A-A424-796FE088428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3948988999"/>
      </p:ext>
    </p:extLst>
  </p:cSld>
  <p:clrMapOvr>
    <a:masterClrMapping/>
  </p:clrMapOvr>
</p:sldLayout>
</file>

<file path=ppt/slideLayouts/slideLayout4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FC2D7D3E-12C1-4763-8C2C-253DF503BB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041409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FC2D7D3E-12C1-4763-8C2C-253DF503BB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DB94B78-9967-40B7-B0F2-FCCD053E012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3858199441"/>
      </p:ext>
    </p:extLst>
  </p:cSld>
  <p:clrMapOvr>
    <a:masterClrMapping/>
  </p:clrMapOvr>
</p:sldLayout>
</file>

<file path=ppt/slideLayouts/slideLayout4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CF3DA2C0-E24E-47D8-AB74-A812399B449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4652516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CF3DA2C0-E24E-47D8-AB74-A812399B44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6AC7C-D530-4EB6-8E8F-4DE66263CAA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065226656"/>
      </p:ext>
    </p:extLst>
  </p:cSld>
  <p:clrMapOvr>
    <a:masterClrMapping/>
  </p:clrMapOvr>
</p:sldLayout>
</file>

<file path=ppt/slideLayouts/slideLayout4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E2816B85-E360-4265-93B7-ABCB7947B78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6335766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E2816B85-E360-4265-93B7-ABCB7947B78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60ED-0B33-421E-8120-840E3FC4703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72601364"/>
      </p:ext>
    </p:extLst>
  </p:cSld>
  <p:clrMapOvr>
    <a:masterClrMapping/>
  </p:clrMapOvr>
</p:sldLayout>
</file>

<file path=ppt/slideLayouts/slideLayout4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3C4CB721-E8FA-4937-8C86-56B570ED213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781336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3C4CB721-E8FA-4937-8C86-56B570ED21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A7F6246-831C-4666-B77F-CEE45C4A3AE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1606673"/>
      </p:ext>
    </p:extLst>
  </p:cSld>
  <p:clrMapOvr>
    <a:masterClrMapping/>
  </p:clrMapOvr>
</p:sldLayout>
</file>

<file path=ppt/slideLayouts/slideLayout4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B3F9E9E1-BB1D-4BDD-8CC0-E74A954192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5637685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B3F9E9E1-BB1D-4BDD-8CC0-E74A954192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0F31B74E-D13F-46C9-B159-65303ADF276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53333AEB-C339-49CF-97C8-76AF1FDA0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</p:spTree>
    <p:extLst>
      <p:ext uri="{BB962C8B-B14F-4D97-AF65-F5344CB8AC3E}">
        <p14:creationId xmlns:p14="http://schemas.microsoft.com/office/powerpoint/2010/main" val="2871368009"/>
      </p:ext>
    </p:extLst>
  </p:cSld>
  <p:clrMapOvr>
    <a:masterClrMapping/>
  </p:clrMapOvr>
</p:sldLayout>
</file>

<file path=ppt/slideLayouts/slideLayout4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EE5FA084-C84A-404F-912E-DFD09DFDB8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9298286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EE5FA084-C84A-404F-912E-DFD09DFDB8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36E1A416-13C5-4E27-A49A-F336389866C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267880395"/>
      </p:ext>
    </p:extLst>
  </p:cSld>
  <p:clrMapOvr>
    <a:masterClrMapping/>
  </p:clrMapOvr>
</p:sldLayout>
</file>

<file path=ppt/slideLayouts/slideLayout4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9FBC87D0-C83D-4C7A-8516-ED17D41669A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0040502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9FBC87D0-C83D-4C7A-8516-ED17D41669A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E5D7CA0C-521C-4248-9D8E-F3CDD96CA24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1741904282"/>
      </p:ext>
    </p:extLst>
  </p:cSld>
  <p:clrMapOvr>
    <a:masterClrMapping/>
  </p:clrMapOvr>
</p:sldLayout>
</file>

<file path=ppt/slideLayouts/slideLayout4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B8A514D9-34A1-46FE-9D13-A6BDAAAA512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224171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B8A514D9-34A1-46FE-9D13-A6BDAAAA51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65C0D-EC2C-433C-98CE-94356967F1B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72340155"/>
      </p:ext>
    </p:extLst>
  </p:cSld>
  <p:clrMapOvr>
    <a:masterClrMapping/>
  </p:clrMapOvr>
</p:sldLayout>
</file>

<file path=ppt/slideLayouts/slideLayout4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64DD8254-5DCF-4E66-A680-DE1E15F2A89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089542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64DD8254-5DCF-4E66-A680-DE1E15F2A8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952B5-AB5B-4FCD-A085-5E111304A38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847912361"/>
      </p:ext>
    </p:extLst>
  </p:cSld>
  <p:clrMapOvr>
    <a:masterClrMapping/>
  </p:clrMapOvr>
</p:sldLayout>
</file>

<file path=ppt/slideLayouts/slideLayout4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Star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9569C5F8-4C88-44ED-BD6F-5E123B636B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0310363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9569C5F8-4C88-44ED-BD6F-5E123B636B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03592049-7FAA-4454-B102-F3065777C4CC}" type="datetime1">
              <a:rPr lang="en-US" smtClean="0"/>
              <a:t>1/9/2026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286748-6B96-4093-A6A4-346397FA12B4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FA2A-7885-4DE9-9C3A-27E94DF3921F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992" y="2824250"/>
            <a:ext cx="7453126" cy="121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380957"/>
      </p:ext>
    </p:extLst>
  </p:cSld>
  <p:clrMapOvr>
    <a:masterClrMapping/>
  </p:clrMapOvr>
</p:sldLayout>
</file>

<file path=ppt/slideLayouts/slideLayout4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HB Star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1CC010B2-658B-470B-84B2-80CB7861884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764751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1CC010B2-658B-470B-84B2-80CB786188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5566719"/>
            <a:ext cx="8520113" cy="265670"/>
          </a:xfrm>
        </p:spPr>
        <p:txBody>
          <a:bodyPr/>
          <a:lstStyle>
            <a:lvl1pPr marL="0" indent="0" algn="l">
              <a:buNone/>
              <a:defRPr sz="1600" cap="all" spc="-50" baseline="0"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59ECA9A6-A9F3-4DE6-97F7-A4566882196C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34494"/>
      </p:ext>
    </p:extLst>
  </p:cSld>
  <p:clrMapOvr>
    <a:masterClrMapping/>
  </p:clrMapOvr>
</p:sldLayout>
</file>

<file path=ppt/slideLayouts/slideLayout4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0A5BE9B2-211D-4672-8703-903737862BE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032483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0A5BE9B2-211D-4672-8703-903737862B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B299F16A-899D-422B-B3A0-05601AF0F366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979231"/>
      </p:ext>
    </p:extLst>
  </p:cSld>
  <p:clrMapOvr>
    <a:masterClrMapping/>
  </p:clrMapOvr>
</p:sldLayout>
</file>

<file path=ppt/slideLayouts/slideLayout4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Start Title /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>
            <a:extLst>
              <a:ext uri="{FF2B5EF4-FFF2-40B4-BE49-F238E27FC236}">
                <a16:creationId xmlns:a16="http://schemas.microsoft.com/office/drawing/2014/main" id="{4157BC20-D15F-41EA-8EFA-259A78C3C6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3420631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7" name="Objekt 6" hidden="1">
                        <a:extLst>
                          <a:ext uri="{FF2B5EF4-FFF2-40B4-BE49-F238E27FC236}">
                            <a16:creationId xmlns:a16="http://schemas.microsoft.com/office/drawing/2014/main" id="{4157BC20-D15F-41EA-8EFA-259A78C3C6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ildplatzhalter 4">
            <a:extLst>
              <a:ext uri="{FF2B5EF4-FFF2-40B4-BE49-F238E27FC236}">
                <a16:creationId xmlns:a16="http://schemas.microsoft.com/office/drawing/2014/main" id="{22076E30-A7AC-47E5-88A7-CBEA958BE7A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47853E74-EFF1-41A8-B825-C39A3B3037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0113" cy="330236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0" y="5565600"/>
            <a:ext cx="8526600" cy="266400"/>
          </a:xfrm>
        </p:spPr>
        <p:txBody>
          <a:bodyPr/>
          <a:lstStyle>
            <a:lvl1pPr marL="0" indent="0" algn="l"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subtitle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25106304-8139-42D9-AFA8-72F1F713E0FA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448271"/>
      </p:ext>
    </p:extLst>
  </p:cSld>
  <p:clrMapOvr>
    <a:masterClrMapping/>
  </p:clrMapOvr>
</p:sldLayout>
</file>

<file path=ppt/slideLayouts/slideLayout4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hapt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34AF82E9-41A2-4862-81AC-742605566A5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7946764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34AF82E9-41A2-4862-81AC-742605566A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hteck 10">
            <a:extLst>
              <a:ext uri="{FF2B5EF4-FFF2-40B4-BE49-F238E27FC236}">
                <a16:creationId xmlns:a16="http://schemas.microsoft.com/office/drawing/2014/main" id="{D33E5B1D-9008-400D-98A9-ADDD5C460E0A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493912"/>
            <a:ext cx="8520113" cy="846859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80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F8E70DAC-D08E-4249-B3A9-9861CFBC66F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90605263"/>
      </p:ext>
    </p:extLst>
  </p:cSld>
  <p:clrMapOvr>
    <a:masterClrMapping/>
  </p:clrMapOvr>
</p:sldLayout>
</file>

<file path=ppt/slideLayouts/slideLayout4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72F63394-4356-4E42-9930-1211C6F47AD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053044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72F63394-4356-4E42-9930-1211C6F47A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hteck 11">
            <a:extLst>
              <a:ext uri="{FF2B5EF4-FFF2-40B4-BE49-F238E27FC236}">
                <a16:creationId xmlns:a16="http://schemas.microsoft.com/office/drawing/2014/main" id="{EEFA8663-B031-4518-AA42-A8AFE022ABE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800">
              <a:latin typeface="Averta PE Light" panose="00000400000000000000" pitchFamily="50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196D8DC2-BDD1-4CE4-AB54-C48F1BF9B56E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FB2A9C-E514-4B91-A785-DD8988B479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1781118789"/>
      </p:ext>
    </p:extLst>
  </p:cSld>
  <p:clrMapOvr>
    <a:masterClrMapping/>
  </p:clrMapOvr>
</p:sldLayout>
</file>

<file path=ppt/slideLayouts/slideLayout4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12E9B112-CF51-4A57-BCA4-3424A0C1539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2945105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12E9B112-CF51-4A57-BCA4-3424A0C153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F2B14E88-C10E-4EC8-BF27-9B85D84C6846}" type="datetime1">
              <a:rPr lang="en-US" smtClean="0"/>
              <a:t>1/9/2026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</p:spTree>
    <p:extLst>
      <p:ext uri="{BB962C8B-B14F-4D97-AF65-F5344CB8AC3E}">
        <p14:creationId xmlns:p14="http://schemas.microsoft.com/office/powerpoint/2010/main" val="3056249430"/>
      </p:ext>
    </p:extLst>
  </p:cSld>
  <p:clrMapOvr>
    <a:masterClrMapping/>
  </p:clrMapOvr>
</p:sldLayout>
</file>

<file path=ppt/slideLayouts/slideLayout4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1C4BAF89-6323-4708-A825-E453EC7FCD2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9406005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1C4BAF89-6323-4708-A825-E453EC7FCD2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867D9FD2-8846-4880-972D-462B4A65FFB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79131686"/>
      </p:ext>
    </p:extLst>
  </p:cSld>
  <p:clrMapOvr>
    <a:masterClrMapping/>
  </p:clrMapOvr>
</p:sldLayout>
</file>

<file path=ppt/slideLayouts/slideLayout4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Divider Picture 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F4CD39F0-1588-43F7-A477-696F6DF1CFB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1249455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F4CD39F0-1588-43F7-A477-696F6DF1CF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71A64FB-6836-4DC4-AEAC-6D37D41737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9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1008000" anchor="t" anchorCtr="0"/>
          <a:lstStyle>
            <a:lvl1pPr algn="ctr">
              <a:defRPr sz="1200"/>
            </a:lvl1pPr>
          </a:lstStyle>
          <a:p>
            <a:r>
              <a:rPr lang="en-US" noProof="0"/>
              <a:t>Insert picture via Drag + Drop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049192" y="1688636"/>
            <a:ext cx="5813822" cy="2496448"/>
          </a:xfrm>
        </p:spPr>
        <p:txBody>
          <a:bodyPr vert="horz" anchor="ctr" anchorCtr="0"/>
          <a:lstStyle>
            <a:lvl1pPr algn="l">
              <a:lnSpc>
                <a:spcPct val="83000"/>
              </a:lnSpc>
              <a:defRPr sz="6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add title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FDA46DA3-3820-47B2-A8FD-2631F73E856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8977500" y="166863"/>
            <a:ext cx="360000" cy="27000"/>
          </a:xfrm>
        </p:spPr>
        <p:txBody>
          <a:bodyPr/>
          <a:lstStyle>
            <a:lvl1pPr algn="l"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73FE4E4-CC52-4172-AC73-E0D91F49D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9030" y="784657"/>
            <a:ext cx="2087096" cy="4465029"/>
          </a:xfrm>
        </p:spPr>
        <p:txBody>
          <a:bodyPr/>
          <a:lstStyle>
            <a:lvl1pPr>
              <a:lnSpc>
                <a:spcPct val="100000"/>
              </a:lnSpc>
              <a:defRPr sz="2600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</a:lstStyle>
          <a:p>
            <a:pPr lvl="0"/>
            <a:r>
              <a:rPr lang="en-US" noProof="0"/>
              <a:t>#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049192" y="4745539"/>
            <a:ext cx="5813822" cy="568405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Add subheading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20F2C9E-2D31-4B64-B7B5-53D691B0D2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3138796"/>
      </p:ext>
    </p:extLst>
  </p:cSld>
  <p:clrMapOvr>
    <a:masterClrMapping/>
  </p:clrMapOvr>
</p:sldLayout>
</file>

<file path=ppt/slideLayouts/slideLayout4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A558DBF6-A237-4F19-8E2C-0FAA2A28337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669310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A558DBF6-A237-4F19-8E2C-0FAA2A28337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 noProof="0"/>
              <a:t>Agenda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18735"/>
            <a:ext cx="8520113" cy="4875730"/>
          </a:xfrm>
        </p:spPr>
        <p:txBody>
          <a:bodyPr/>
          <a:lstStyle>
            <a:lvl1pPr marL="457200" indent="-457200">
              <a:lnSpc>
                <a:spcPct val="120000"/>
              </a:lnSpc>
              <a:buFont typeface="+mj-lt"/>
              <a:buAutoNum type="arabicPeriod"/>
              <a:defRPr sz="2400" spc="-20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  <a:p>
            <a:pPr lvl="0"/>
            <a:r>
              <a:rPr lang="en-US" noProof="0"/>
              <a:t>Agenda item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A160E08-C65E-410E-8505-3965186832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9040E3-A5F8-409D-8C1D-A1D0603465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DDE7D31-0C02-41F7-961C-E8C453F986F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53D9A9-AE15-47A7-89A0-31EE8C3C10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99EE7749-31CB-4694-8419-6387442BACC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14013482"/>
      </p:ext>
    </p:extLst>
  </p:cSld>
  <p:clrMapOvr>
    <a:masterClrMapping/>
  </p:clrMapOvr>
</p:sldLayout>
</file>

<file path=ppt/slideLayouts/slideLayout4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0A3AEAAC-D172-405A-9ADB-2EE381FC2D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7759663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0A3AEAAC-D172-405A-9ADB-2EE381FC2D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4A6E5F-AD16-4226-BB0A-8E274A549DB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235290915"/>
      </p:ext>
    </p:extLst>
  </p:cSld>
  <p:clrMapOvr>
    <a:masterClrMapping/>
  </p:clrMapOvr>
</p:sldLayout>
</file>

<file path=ppt/slideLayouts/slideLayout4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46BAF0F3-3237-45E2-9E58-8E57C5BDDF9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5441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46BAF0F3-3237-45E2-9E58-8E57C5BDDF9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544423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544423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544423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4810" y="0"/>
            <a:ext cx="304919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B0F75E5-B1DB-4E66-B478-16EF6EB719B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ABDD782-4DA2-4540-B61C-4835BA6FAA4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294075B-E7F8-4649-8F42-C916A2A08B3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1DF5C695-2B91-47B1-907B-3DF0D21E5D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02701731"/>
      </p:ext>
    </p:extLst>
  </p:cSld>
  <p:clrMapOvr>
    <a:masterClrMapping/>
  </p:clrMapOvr>
</p:sldLayout>
</file>

<file path=ppt/slideLayouts/slideLayout4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16ABA287-D003-48DF-B062-2712F32E824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1622798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16ABA287-D003-48DF-B062-2712F32E82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3932066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3932067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3932066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2" y="0"/>
            <a:ext cx="4571999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1CBE1C9-6F00-4EBA-B26C-03F0B95E6F9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5DEA69C-CD91-4C6F-AB28-5F9B64C4F13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F833D4-4E6B-469E-A1F9-41AE9EA68E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CCD08ACF-84D3-4C57-84B0-0232A4337D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991743926"/>
      </p:ext>
    </p:extLst>
  </p:cSld>
  <p:clrMapOvr>
    <a:masterClrMapping/>
  </p:clrMapOvr>
</p:sldLayout>
</file>

<file path=ppt/slideLayouts/slideLayout4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Content Picture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2B9A2BE4-7E76-4584-90D1-58480C303A5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747422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2B9A2BE4-7E76-4584-90D1-58480C303A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1" y="872491"/>
            <a:ext cx="2473904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2473905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1" y="1184856"/>
            <a:ext cx="2473904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27BA417B-CBCD-4E74-A8F5-B6E34A8EF2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9191" y="0"/>
            <a:ext cx="6094808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4DC92A60-B932-43C7-BD8C-1ED4180DD1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84200" y="352800"/>
            <a:ext cx="1185300" cy="194400"/>
          </a:xfr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>
                <a:solidFill>
                  <a:schemeClr val="bg1"/>
                </a:solidFill>
              </a:defRPr>
            </a:lvl2pPr>
            <a:lvl3pPr>
              <a:defRPr sz="100">
                <a:solidFill>
                  <a:schemeClr val="bg1"/>
                </a:solidFill>
              </a:defRPr>
            </a:lvl3pPr>
            <a:lvl4pPr>
              <a:defRPr sz="100">
                <a:solidFill>
                  <a:schemeClr val="bg1"/>
                </a:solidFill>
              </a:defRPr>
            </a:lvl4pPr>
            <a:lvl5pPr>
              <a:defRPr sz="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56B82E8-2813-443D-9FDA-BB76359684D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3A073D0-5A79-4088-9620-8202F80452A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8F64BB6-B90C-4B7A-9F7E-C5ECF718A2A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7525B3E-8A4E-4BF2-95F9-8FDAEF6621F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490811206"/>
      </p:ext>
    </p:extLst>
  </p:cSld>
  <p:clrMapOvr>
    <a:masterClrMapping/>
  </p:clrMapOvr>
</p:sldLayout>
</file>

<file path=ppt/slideLayouts/slideLayout4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476050E4-D6CE-4D56-9A87-F6859B1DC08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99234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476050E4-D6CE-4D56-9A87-F6859B1DC08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91449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AC56DA-319C-4824-8F4E-BA5B064FA59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745BE18-AF50-4577-B62D-6253BAEFA22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A1A5959-216B-4B30-B9CD-F33D662CE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D90998-0111-40C1-909F-C2F4E276685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343893752"/>
      </p:ext>
    </p:extLst>
  </p:cSld>
  <p:clrMapOvr>
    <a:masterClrMapping/>
  </p:clrMapOvr>
</p:sldLayout>
</file>

<file path=ppt/slideLayouts/slideLayout4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185859EB-CFE0-4E0A-8603-AAB1BF235A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8852433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185859EB-CFE0-4E0A-8603-AAB1BF235A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900115"/>
            <a:ext cx="457200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654923E6-3D6D-4458-821C-ACE2313FCB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572000" y="900115"/>
            <a:ext cx="4572000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710583-FB18-4760-940F-D55A62521B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27B149B-767C-4BD4-8A04-6817BD3ED80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FD7FE25-346D-4699-A113-1FCB181E4B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5D82ADA-FDC9-484D-9E41-1629DA9444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57204856"/>
      </p:ext>
    </p:extLst>
  </p:cSld>
  <p:clrMapOvr>
    <a:masterClrMapping/>
  </p:clrMapOvr>
</p:sldLayout>
</file>

<file path=ppt/slideLayouts/slideLayout4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485B57DA-1420-43A3-A254-BC339D3FC87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755845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485B57DA-1420-43A3-A254-BC339D3FC87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8" name="Bildplatzhalter 4">
            <a:extLst>
              <a:ext uri="{FF2B5EF4-FFF2-40B4-BE49-F238E27FC236}">
                <a16:creationId xmlns:a16="http://schemas.microsoft.com/office/drawing/2014/main" id="{DCBE97E3-A560-4B1E-AAC6-4B17DE2E97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4810" y="900115"/>
            <a:ext cx="3049190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BD2F6-45F7-4434-9E08-5D29FCB061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12C36F86-7DC3-484E-88DE-1218DEFC1824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E3DE560-1E40-484C-A024-AD128195D54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747D7694-67B9-46BF-9CA6-DBAEB8BA078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17220665"/>
      </p:ext>
    </p:extLst>
  </p:cSld>
  <p:clrMapOvr>
    <a:masterClrMapping/>
  </p:clrMapOvr>
</p:sldLayout>
</file>

<file path=ppt/slideLayouts/slideLayout4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FDA6C3D2-B3BF-4F0C-8920-50E2B6774E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2842101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FDA6C3D2-B3BF-4F0C-8920-50E2B6774E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5980B4FF-CD75-4985-A989-12B7F556F22E}"/>
              </a:ext>
            </a:extLst>
          </p:cNvPr>
          <p:cNvSpPr>
            <a:spLocks noChangeAspect="1"/>
          </p:cNvSpPr>
          <p:nvPr userDrawn="1"/>
        </p:nvSpPr>
        <p:spPr>
          <a:xfrm>
            <a:off x="6094810" y="900112"/>
            <a:ext cx="3050090" cy="59578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>
                <a:effectLst/>
              </a:defRPr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92E3F2-E82A-4B7D-B511-CEB89AED690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67441A1-FB20-4560-A725-6556D8D99E97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EC770AA-80FF-462D-8867-CEBD66148D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EBE4A02A-D1FB-42F3-BDEF-5C21D29F87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68084638"/>
      </p:ext>
    </p:extLst>
  </p:cSld>
  <p:clrMapOvr>
    <a:masterClrMapping/>
  </p:clrMapOvr>
</p:sldLayout>
</file>

<file path=ppt/slideLayouts/slideLayout4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wo Pictur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84D2FF3F-7BEB-4E28-96D6-571DD4C66AC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677740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84D2FF3F-7BEB-4E28-96D6-571DD4C66A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A974B95-0703-44D2-8772-12568D240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900115"/>
            <a:ext cx="3049191" cy="5957887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7" name="Bildplatzhalter 4">
            <a:extLst>
              <a:ext uri="{FF2B5EF4-FFF2-40B4-BE49-F238E27FC236}">
                <a16:creationId xmlns:a16="http://schemas.microsoft.com/office/drawing/2014/main" id="{77B71852-E478-489E-AB5E-D1D4A30C3B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049192" y="900115"/>
            <a:ext cx="3045619" cy="5957887"/>
          </a:xfrm>
          <a:pattFill prst="lgCheck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4CAFCA4-9662-4D82-B945-9E2CE2256D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646" y="1126120"/>
            <a:ext cx="2579367" cy="60266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B26A4A0C-E79D-454F-A86F-15359CA772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7324" y="1928920"/>
            <a:ext cx="2579367" cy="456554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DB0D-E7F6-4EC6-B4AF-C7B191B9A45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8661316-F6FC-4F61-B215-CFEEFAD952D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830478D-F984-4EBD-999C-08B8063E0DA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22AD06A-26FE-4333-A88A-7C616120E8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86493647"/>
      </p:ext>
    </p:extLst>
  </p:cSld>
  <p:clrMapOvr>
    <a:masterClrMapping/>
  </p:clrMapOvr>
</p:sldLayout>
</file>

<file path=ppt/slideLayouts/slideLayout4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050281E9-9793-48ED-94DF-3E33B01D94F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2451992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050281E9-9793-48ED-94DF-3E33B01D94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6919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671F3-8554-4DF5-8B3B-0506F7C02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61B2CDB-5BA6-4A5A-A424-796FE088428E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35C92-7F06-4BF3-AF66-31C4BFF49AB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B8587-F169-4C53-95B7-CCAA324F3E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4948EA7B-B5AD-4199-9812-2A07C5D86E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2927619913"/>
      </p:ext>
    </p:extLst>
  </p:cSld>
  <p:clrMapOvr>
    <a:masterClrMapping/>
  </p:clrMapOvr>
</p:sldLayout>
</file>

<file path=ppt/slideLayouts/slideLayout4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Picture /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FC2D7D3E-12C1-4763-8C2C-253DF503BB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3244764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FC2D7D3E-12C1-4763-8C2C-253DF503BB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507EE-A46D-4507-BD20-24DD1CDF629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DB94B78-9967-40B7-B0F2-FCCD053E012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B03FFE-5E52-49DF-9888-9961324320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BC3BD3-B51E-4EBF-A1C4-B02BC4ACE6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5E5D6F0-52AE-47DE-B368-C395AD6920B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51126" y="1701982"/>
            <a:ext cx="3619159" cy="4792481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3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23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</p:spTree>
    <p:extLst>
      <p:ext uri="{BB962C8B-B14F-4D97-AF65-F5344CB8AC3E}">
        <p14:creationId xmlns:p14="http://schemas.microsoft.com/office/powerpoint/2010/main" val="2313582431"/>
      </p:ext>
    </p:extLst>
  </p:cSld>
  <p:clrMapOvr>
    <a:masterClrMapping/>
  </p:clrMapOvr>
</p:sldLayout>
</file>

<file path=ppt/slideLayouts/slideLayout4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CF3DA2C0-E24E-47D8-AB74-A812399B449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862753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CF3DA2C0-E24E-47D8-AB74-A812399B44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bg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6AC7C-D530-4EB6-8E8F-4DE66263CAA0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21296509"/>
      </p:ext>
    </p:extLst>
  </p:cSld>
  <p:clrMapOvr>
    <a:masterClrMapping/>
  </p:clrMapOvr>
</p:sldLayout>
</file>

<file path=ppt/slideLayouts/slideLayout4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Quot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E2816B85-E360-4265-93B7-ABCB7947B78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00657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E2816B85-E360-4265-93B7-ABCB7947B78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342901" y="1674812"/>
            <a:ext cx="8520113" cy="4202460"/>
          </a:xfrm>
        </p:spPr>
        <p:txBody>
          <a:bodyPr/>
          <a:lstStyle>
            <a:lvl1pPr marL="0" indent="0" algn="l">
              <a:lnSpc>
                <a:spcPct val="83000"/>
              </a:lnSpc>
              <a:buNone/>
              <a:defRPr sz="6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 marL="0" indent="0" algn="l">
              <a:spcBef>
                <a:spcPts val="4800"/>
              </a:spcBef>
              <a:buNone/>
              <a:defRPr sz="1600" cap="all" spc="-50" baseline="0">
                <a:solidFill>
                  <a:schemeClr val="tx1"/>
                </a:solidFill>
                <a:latin typeface="Averta PE Light" panose="00000400000000000000" pitchFamily="50" charset="0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Quotation</a:t>
            </a:r>
          </a:p>
          <a:p>
            <a:pPr lvl="1"/>
            <a:r>
              <a:rPr lang="en-US" noProof="0"/>
              <a:t>for Source Citation use List Level 2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92072B-DA0E-43D8-8B9B-B3CC5E5FE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60ED-0B33-421E-8120-840E3FC4703F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75058-9C88-4DC4-8F56-527FC1F0B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AC0BF8-79E3-433C-847D-B442966C5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718839321"/>
      </p:ext>
    </p:extLst>
  </p:cSld>
  <p:clrMapOvr>
    <a:masterClrMapping/>
  </p:clrMapOvr>
</p:sldLayout>
</file>

<file path=ppt/slideLayouts/slideLayout4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3C4CB721-E8FA-4937-8C86-56B570ED213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307618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3C4CB721-E8FA-4937-8C86-56B570ED21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bg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 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DA699245-BE03-4F2C-A256-C74C29AF507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FE6DD8-D7A3-4C0B-ABE0-45AEA1C237E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DA7F6246-831C-4666-B77F-CEE45C4A3AE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B3CE40-7559-4C54-AD71-376C1FAE005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CFBC4D-0355-4337-9B73-5D56407ED7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044872280"/>
      </p:ext>
    </p:extLst>
  </p:cSld>
  <p:clrMapOvr>
    <a:masterClrMapping/>
  </p:clrMapOvr>
</p:sldLayout>
</file>

<file path=ppt/slideLayouts/slideLayout4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Picture /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B3F9E9E1-BB1D-4BDD-8CC0-E74A954192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539600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B3F9E9E1-BB1D-4BDD-8CC0-E74A954192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C3F3D511-19F9-4B31-B437-83BF2F2389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57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US" noProof="0"/>
              <a:t>Click on icon to insert picture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251126" y="1701984"/>
            <a:ext cx="3618374" cy="898924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3500" spc="-50" baseline="0"/>
            </a:lvl1pPr>
          </a:lstStyle>
          <a:p>
            <a:r>
              <a:rPr lang="en-US" noProof="0"/>
              <a:t>Call to Attention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251127" y="3884534"/>
            <a:ext cx="3611887" cy="1099407"/>
          </a:xfrm>
        </p:spPr>
        <p:txBody>
          <a:bodyPr/>
          <a:lstStyle>
            <a:lvl1pPr marL="0" indent="0" algn="l">
              <a:buNone/>
              <a:defRPr sz="1600" cap="none" spc="0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Contact details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0F31B74E-D13F-46C9-B159-65303ADF276D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bg1"/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53333AEB-C339-49CF-97C8-76AF1FDA0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fld id="{442AD375-037F-43D0-B059-5172DA06796A}" type="slidenum">
              <a:rPr lang="en-US" noProof="0" smtClean="0"/>
              <a:pPr algn="l"/>
              <a:t>‹#›</a:t>
            </a:fld>
            <a:endParaRPr lang="en-US" noProof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D8A76F-8E24-415C-ADDE-72B46C2AA5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7615" y="2868920"/>
            <a:ext cx="3618374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</p:spTree>
    <p:extLst>
      <p:ext uri="{BB962C8B-B14F-4D97-AF65-F5344CB8AC3E}">
        <p14:creationId xmlns:p14="http://schemas.microsoft.com/office/powerpoint/2010/main" val="1709695086"/>
      </p:ext>
    </p:extLst>
  </p:cSld>
  <p:clrMapOvr>
    <a:masterClrMapping/>
  </p:clrMapOvr>
</p:sldLayout>
</file>

<file path=ppt/slideLayouts/slideLayout4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EE5FA084-C84A-404F-912E-DFD09DFDB8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160695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EE5FA084-C84A-404F-912E-DFD09DFDB8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hteck 12">
            <a:extLst>
              <a:ext uri="{FF2B5EF4-FFF2-40B4-BE49-F238E27FC236}">
                <a16:creationId xmlns:a16="http://schemas.microsoft.com/office/drawing/2014/main" id="{F0DB13C6-7B87-41FB-9F4A-9FD3AC69D92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91449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>
              <a:latin typeface="Averta PE Light" panose="00000400000000000000" pitchFamily="50" charset="0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66573771-05A3-4D0D-B502-B604F10118D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84295" y="352809"/>
            <a:ext cx="1185990" cy="193147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8248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36E1A416-13C5-4E27-A49A-F336389866CB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70A5551-D8E5-4708-9E74-27A0CC6D0F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736528169"/>
      </p:ext>
    </p:extLst>
  </p:cSld>
  <p:clrMapOvr>
    <a:masterClrMapping/>
  </p:clrMapOvr>
</p:sldLayout>
</file>

<file path=ppt/slideLayouts/slideLayout4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Final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9FBC87D0-C83D-4C7A-8516-ED17D41669A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29244421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9FBC87D0-C83D-4C7A-8516-ED17D41669A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342901" y="1674812"/>
            <a:ext cx="8527385" cy="946800"/>
          </a:xfrm>
        </p:spPr>
        <p:txBody>
          <a:bodyPr vert="horz" anchor="t" anchorCtr="0"/>
          <a:lstStyle>
            <a:lvl1pPr algn="l">
              <a:lnSpc>
                <a:spcPct val="83000"/>
              </a:lnSpc>
              <a:defRPr sz="7500" spc="-5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Final Message Line 1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A74F89D1-CBE1-4565-A012-2834639474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8977500" y="176967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E5D7CA0C-521C-4248-9D8E-F3CDD96CA24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EC405C2-31B4-44C3-B77F-E989A0545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4B22A08E-1354-408B-A528-46AC17EE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rot="16200000">
            <a:off x="8977500" y="190660"/>
            <a:ext cx="360000" cy="27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" cap="all" baseline="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A47BA9-E900-405A-9875-8F1332FEEA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01" y="5236933"/>
            <a:ext cx="8527385" cy="109940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/>
              <a:t>firstname_surname@hugoboss.com</a:t>
            </a:r>
            <a:br>
              <a:rPr lang="en-US"/>
            </a:br>
            <a:r>
              <a:rPr lang="en-US"/>
              <a:t>Phone +00 0000 00 00000</a:t>
            </a:r>
            <a:br>
              <a:rPr lang="en-US"/>
            </a:br>
            <a:r>
              <a:rPr lang="en-US"/>
              <a:t>Mobile + 00 0000 00 00000</a:t>
            </a:r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1FB32D0A-FC21-4457-962C-3E2FED94E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1" y="4221320"/>
            <a:ext cx="8527385" cy="812111"/>
          </a:xfrm>
        </p:spPr>
        <p:txBody>
          <a:bodyPr/>
          <a:lstStyle>
            <a:lvl1pPr>
              <a:defRPr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defRPr cap="all" baseline="0">
                <a:solidFill>
                  <a:schemeClr val="bg1"/>
                </a:solidFill>
                <a:latin typeface="+mj-lt"/>
              </a:defRPr>
            </a:lvl2pPr>
            <a:lvl3pPr>
              <a:defRPr cap="all" baseline="0">
                <a:solidFill>
                  <a:schemeClr val="bg1"/>
                </a:solidFill>
                <a:latin typeface="+mj-lt"/>
              </a:defRPr>
            </a:lvl3pPr>
            <a:lvl4pPr>
              <a:defRPr cap="all" baseline="0">
                <a:solidFill>
                  <a:schemeClr val="bg1"/>
                </a:solidFill>
                <a:latin typeface="+mj-lt"/>
              </a:defRPr>
            </a:lvl4pPr>
            <a:lvl5pPr>
              <a:defRPr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Name and department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1B5A878E-84D9-4CAC-BDCD-F1D54E67A3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01" y="2623063"/>
            <a:ext cx="8527385" cy="896567"/>
          </a:xfrm>
        </p:spPr>
        <p:txBody>
          <a:bodyPr/>
          <a:lstStyle>
            <a:lvl1pPr>
              <a:lnSpc>
                <a:spcPct val="83000"/>
              </a:lnSpc>
              <a:defRPr sz="7500" cap="all" spc="-50" baseline="0">
                <a:solidFill>
                  <a:schemeClr val="accent2"/>
                </a:solidFill>
                <a:latin typeface="Averta PE Extrabold" panose="00000900000000000000" pitchFamily="50" charset="0"/>
              </a:defRPr>
            </a:lvl1pPr>
            <a:lvl2pPr>
              <a:defRPr sz="7500" cap="all" baseline="0">
                <a:solidFill>
                  <a:schemeClr val="bg1"/>
                </a:solidFill>
                <a:latin typeface="+mj-lt"/>
              </a:defRPr>
            </a:lvl2pPr>
            <a:lvl3pPr>
              <a:defRPr sz="7500" cap="all" baseline="0">
                <a:solidFill>
                  <a:schemeClr val="bg1"/>
                </a:solidFill>
                <a:latin typeface="+mj-lt"/>
              </a:defRPr>
            </a:lvl3pPr>
            <a:lvl4pPr>
              <a:defRPr sz="7500" cap="all" baseline="0">
                <a:solidFill>
                  <a:schemeClr val="bg1"/>
                </a:solidFill>
                <a:latin typeface="+mj-lt"/>
              </a:defRPr>
            </a:lvl4pPr>
            <a:lvl5pPr>
              <a:defRPr sz="75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Final Message line 2</a:t>
            </a:r>
          </a:p>
        </p:txBody>
      </p:sp>
    </p:spTree>
    <p:extLst>
      <p:ext uri="{BB962C8B-B14F-4D97-AF65-F5344CB8AC3E}">
        <p14:creationId xmlns:p14="http://schemas.microsoft.com/office/powerpoint/2010/main" val="3974691882"/>
      </p:ext>
    </p:extLst>
  </p:cSld>
  <p:clrMapOvr>
    <a:masterClrMapping/>
  </p:clrMapOvr>
</p:sldLayout>
</file>

<file path=ppt/slideLayouts/slideLayout4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H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kt 3" hidden="1">
            <a:extLst>
              <a:ext uri="{FF2B5EF4-FFF2-40B4-BE49-F238E27FC236}">
                <a16:creationId xmlns:a16="http://schemas.microsoft.com/office/drawing/2014/main" id="{B8A514D9-34A1-46FE-9D13-A6BDAAAA512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564839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4" name="Objekt 3" hidden="1">
                        <a:extLst>
                          <a:ext uri="{FF2B5EF4-FFF2-40B4-BE49-F238E27FC236}">
                            <a16:creationId xmlns:a16="http://schemas.microsoft.com/office/drawing/2014/main" id="{B8A514D9-34A1-46FE-9D13-A6BDAAAA51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71B58E-6791-4514-96EB-7D2BD0A21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65C0D-EC2C-433C-98CE-94356967F1B5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4F87677-3241-4147-BCA8-E63FF3307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6BBBE2B-DE72-4B23-A49D-53CE6180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100669529"/>
      </p:ext>
    </p:extLst>
  </p:cSld>
  <p:clrMapOvr>
    <a:masterClrMapping/>
  </p:clrMapOvr>
</p:sldLayout>
</file>

<file path=ppt/slideLayouts/slideLayout4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B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64DD8254-5DCF-4E66-A680-DE1E15F2A89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0354210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64DD8254-5DCF-4E66-A680-DE1E15F2A8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A6D6C5-B994-4410-9A77-154B20260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952B5-AB5B-4FCD-A085-5E111304A389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498DE2-23BD-49ED-ABE9-7099DE0B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25CDA-BE09-4F06-9A7A-74EBD29B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274044222"/>
      </p:ext>
    </p:extLst>
  </p:cSld>
  <p:clrMapOvr>
    <a:masterClrMapping/>
  </p:clrMapOvr>
</p:sldLayout>
</file>

<file path=ppt/slideLayouts/slideLayout4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0A3AEAAC-D172-405A-9ADB-2EE381FC2D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0A3AEAAC-D172-405A-9ADB-2EE381FC2D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F5D91B9-45CA-48E2-8795-DE5597E53E68}" type="datetime1">
              <a:rPr lang="en-US" altLang="ko-KR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_</a:t>
            </a:r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48232102"/>
      </p:ext>
    </p:extLst>
  </p:cSld>
  <p:clrMapOvr>
    <a:masterClrMapping/>
  </p:clrMapOvr>
</p:sldLayout>
</file>

<file path=ppt/slideLayouts/slideLayout4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B Title /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0A3AEAAC-D172-405A-9ADB-2EE381FC2D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0A3AEAAC-D172-405A-9ADB-2EE381FC2D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2900" y="872491"/>
            <a:ext cx="8520112" cy="288258"/>
          </a:xfr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Add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42901" y="1674814"/>
            <a:ext cx="8520113" cy="48196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Text Level 1</a:t>
            </a:r>
          </a:p>
          <a:p>
            <a:pPr lvl="1"/>
            <a:r>
              <a:rPr lang="en-US"/>
              <a:t>Bullet Level 2</a:t>
            </a:r>
            <a:endParaRPr lang="en-US" noProof="0"/>
          </a:p>
          <a:p>
            <a:pPr lvl="2"/>
            <a:r>
              <a:rPr lang="en-US"/>
              <a:t>Bullet Level 3</a:t>
            </a:r>
          </a:p>
          <a:p>
            <a:pPr lvl="3"/>
            <a:r>
              <a:rPr lang="en-US"/>
              <a:t>Bullet Level 4</a:t>
            </a:r>
          </a:p>
          <a:p>
            <a:pPr lvl="4"/>
            <a:r>
              <a:rPr lang="en-US"/>
              <a:t>Bullet Level 5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FEB5FA2-E860-4E06-B248-4EE6594611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1184856"/>
            <a:ext cx="8520112" cy="288000"/>
          </a:xfrm>
        </p:spPr>
        <p:txBody>
          <a:bodyPr/>
          <a:lstStyle>
            <a:lvl1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Averta PE Extrabold" panose="00000900000000000000" pitchFamily="50" charset="0"/>
              </a:defRPr>
            </a:lvl1pPr>
            <a:lvl2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3pPr>
            <a:lvl4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4pPr>
            <a:lvl5pPr>
              <a:lnSpc>
                <a:spcPct val="85000"/>
              </a:lnSpc>
              <a:defRPr sz="2400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483B4AA-68A3-4781-ABF7-D04C9BF87FC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4A6E5F-AD16-4226-BB0A-8E274A549DB1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76E4C7F-EA5C-4633-9808-4789249BEA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422A8F-9F5A-48A0-8418-B44591A97C5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048232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3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2.emf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8.xml"/><Relationship Id="rId26" Type="http://schemas.openxmlformats.org/officeDocument/2006/relationships/slideLayout" Target="../slideLayouts/slideLayout56.xml"/><Relationship Id="rId21" Type="http://schemas.openxmlformats.org/officeDocument/2006/relationships/slideLayout" Target="../slideLayouts/slideLayout51.xml"/><Relationship Id="rId34" Type="http://schemas.openxmlformats.org/officeDocument/2006/relationships/oleObject" Target="../embeddings/oleObject2.bin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7.xml"/><Relationship Id="rId25" Type="http://schemas.openxmlformats.org/officeDocument/2006/relationships/slideLayout" Target="../slideLayouts/slideLayout55.xml"/><Relationship Id="rId33" Type="http://schemas.openxmlformats.org/officeDocument/2006/relationships/tags" Target="../tags/tag3.xml"/><Relationship Id="rId2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50.xml"/><Relationship Id="rId29" Type="http://schemas.openxmlformats.org/officeDocument/2006/relationships/slideLayout" Target="../slideLayouts/slideLayout59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24" Type="http://schemas.openxmlformats.org/officeDocument/2006/relationships/slideLayout" Target="../slideLayouts/slideLayout54.xml"/><Relationship Id="rId32" Type="http://schemas.openxmlformats.org/officeDocument/2006/relationships/theme" Target="../theme/theme2.xml"/><Relationship Id="rId37" Type="http://schemas.openxmlformats.org/officeDocument/2006/relationships/image" Target="../media/image2.emf"/><Relationship Id="rId5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53.xml"/><Relationship Id="rId28" Type="http://schemas.openxmlformats.org/officeDocument/2006/relationships/slideLayout" Target="../slideLayouts/slideLayout58.xml"/><Relationship Id="rId36" Type="http://schemas.openxmlformats.org/officeDocument/2006/relationships/image" Target="../media/image5.emf"/><Relationship Id="rId10" Type="http://schemas.openxmlformats.org/officeDocument/2006/relationships/slideLayout" Target="../slideLayouts/slideLayout40.xml"/><Relationship Id="rId19" Type="http://schemas.openxmlformats.org/officeDocument/2006/relationships/slideLayout" Target="../slideLayouts/slideLayout49.xml"/><Relationship Id="rId31" Type="http://schemas.openxmlformats.org/officeDocument/2006/relationships/slideLayout" Target="../slideLayouts/slideLayout61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4.xml"/><Relationship Id="rId22" Type="http://schemas.openxmlformats.org/officeDocument/2006/relationships/slideLayout" Target="../slideLayouts/slideLayout52.xml"/><Relationship Id="rId27" Type="http://schemas.openxmlformats.org/officeDocument/2006/relationships/slideLayout" Target="../slideLayouts/slideLayout57.xml"/><Relationship Id="rId30" Type="http://schemas.openxmlformats.org/officeDocument/2006/relationships/slideLayout" Target="../slideLayouts/slideLayout60.xml"/><Relationship Id="rId35" Type="http://schemas.openxmlformats.org/officeDocument/2006/relationships/image" Target="../media/image1.emf"/><Relationship Id="rId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3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74.xml"/><Relationship Id="rId18" Type="http://schemas.openxmlformats.org/officeDocument/2006/relationships/slideLayout" Target="../slideLayouts/slideLayout79.xml"/><Relationship Id="rId26" Type="http://schemas.openxmlformats.org/officeDocument/2006/relationships/slideLayout" Target="../slideLayouts/slideLayout87.xml"/><Relationship Id="rId39" Type="http://schemas.openxmlformats.org/officeDocument/2006/relationships/slideLayout" Target="../slideLayouts/slideLayout100.xml"/><Relationship Id="rId21" Type="http://schemas.openxmlformats.org/officeDocument/2006/relationships/slideLayout" Target="../slideLayouts/slideLayout82.xml"/><Relationship Id="rId34" Type="http://schemas.openxmlformats.org/officeDocument/2006/relationships/slideLayout" Target="../slideLayouts/slideLayout95.xml"/><Relationship Id="rId42" Type="http://schemas.openxmlformats.org/officeDocument/2006/relationships/tags" Target="../tags/tag4.xml"/><Relationship Id="rId7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3.xml"/><Relationship Id="rId16" Type="http://schemas.openxmlformats.org/officeDocument/2006/relationships/slideLayout" Target="../slideLayouts/slideLayout77.xml"/><Relationship Id="rId29" Type="http://schemas.openxmlformats.org/officeDocument/2006/relationships/slideLayout" Target="../slideLayouts/slideLayout90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24" Type="http://schemas.openxmlformats.org/officeDocument/2006/relationships/slideLayout" Target="../slideLayouts/slideLayout85.xml"/><Relationship Id="rId32" Type="http://schemas.openxmlformats.org/officeDocument/2006/relationships/slideLayout" Target="../slideLayouts/slideLayout93.xml"/><Relationship Id="rId37" Type="http://schemas.openxmlformats.org/officeDocument/2006/relationships/slideLayout" Target="../slideLayouts/slideLayout98.xml"/><Relationship Id="rId40" Type="http://schemas.openxmlformats.org/officeDocument/2006/relationships/slideLayout" Target="../slideLayouts/slideLayout101.xml"/><Relationship Id="rId45" Type="http://schemas.openxmlformats.org/officeDocument/2006/relationships/image" Target="../media/image8.emf"/><Relationship Id="rId5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76.xml"/><Relationship Id="rId23" Type="http://schemas.openxmlformats.org/officeDocument/2006/relationships/slideLayout" Target="../slideLayouts/slideLayout84.xml"/><Relationship Id="rId28" Type="http://schemas.openxmlformats.org/officeDocument/2006/relationships/slideLayout" Target="../slideLayouts/slideLayout89.xml"/><Relationship Id="rId36" Type="http://schemas.openxmlformats.org/officeDocument/2006/relationships/slideLayout" Target="../slideLayouts/slideLayout97.xml"/><Relationship Id="rId10" Type="http://schemas.openxmlformats.org/officeDocument/2006/relationships/slideLayout" Target="../slideLayouts/slideLayout71.xml"/><Relationship Id="rId19" Type="http://schemas.openxmlformats.org/officeDocument/2006/relationships/slideLayout" Target="../slideLayouts/slideLayout80.xml"/><Relationship Id="rId31" Type="http://schemas.openxmlformats.org/officeDocument/2006/relationships/slideLayout" Target="../slideLayouts/slideLayout92.xml"/><Relationship Id="rId44" Type="http://schemas.openxmlformats.org/officeDocument/2006/relationships/image" Target="../media/image1.emf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slideLayout" Target="../slideLayouts/slideLayout75.xml"/><Relationship Id="rId22" Type="http://schemas.openxmlformats.org/officeDocument/2006/relationships/slideLayout" Target="../slideLayouts/slideLayout83.xml"/><Relationship Id="rId27" Type="http://schemas.openxmlformats.org/officeDocument/2006/relationships/slideLayout" Target="../slideLayouts/slideLayout88.xml"/><Relationship Id="rId30" Type="http://schemas.openxmlformats.org/officeDocument/2006/relationships/slideLayout" Target="../slideLayouts/slideLayout91.xml"/><Relationship Id="rId35" Type="http://schemas.openxmlformats.org/officeDocument/2006/relationships/slideLayout" Target="../slideLayouts/slideLayout96.xml"/><Relationship Id="rId43" Type="http://schemas.openxmlformats.org/officeDocument/2006/relationships/oleObject" Target="../embeddings/oleObject3.bin"/><Relationship Id="rId8" Type="http://schemas.openxmlformats.org/officeDocument/2006/relationships/slideLayout" Target="../slideLayouts/slideLayout69.xml"/><Relationship Id="rId3" Type="http://schemas.openxmlformats.org/officeDocument/2006/relationships/slideLayout" Target="../slideLayouts/slideLayout64.xml"/><Relationship Id="rId12" Type="http://schemas.openxmlformats.org/officeDocument/2006/relationships/slideLayout" Target="../slideLayouts/slideLayout73.xml"/><Relationship Id="rId17" Type="http://schemas.openxmlformats.org/officeDocument/2006/relationships/slideLayout" Target="../slideLayouts/slideLayout78.xml"/><Relationship Id="rId25" Type="http://schemas.openxmlformats.org/officeDocument/2006/relationships/slideLayout" Target="../slideLayouts/slideLayout86.xml"/><Relationship Id="rId33" Type="http://schemas.openxmlformats.org/officeDocument/2006/relationships/slideLayout" Target="../slideLayouts/slideLayout94.xml"/><Relationship Id="rId38" Type="http://schemas.openxmlformats.org/officeDocument/2006/relationships/slideLayout" Target="../slideLayouts/slideLayout99.xml"/><Relationship Id="rId20" Type="http://schemas.openxmlformats.org/officeDocument/2006/relationships/slideLayout" Target="../slideLayouts/slideLayout81.xml"/><Relationship Id="rId4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14.xml"/><Relationship Id="rId18" Type="http://schemas.openxmlformats.org/officeDocument/2006/relationships/slideLayout" Target="../slideLayouts/slideLayout119.xml"/><Relationship Id="rId26" Type="http://schemas.openxmlformats.org/officeDocument/2006/relationships/slideLayout" Target="../slideLayouts/slideLayout127.xml"/><Relationship Id="rId3" Type="http://schemas.openxmlformats.org/officeDocument/2006/relationships/slideLayout" Target="../slideLayouts/slideLayout104.xml"/><Relationship Id="rId21" Type="http://schemas.openxmlformats.org/officeDocument/2006/relationships/slideLayout" Target="../slideLayouts/slideLayout122.xml"/><Relationship Id="rId34" Type="http://schemas.openxmlformats.org/officeDocument/2006/relationships/image" Target="../media/image1.emf"/><Relationship Id="rId7" Type="http://schemas.openxmlformats.org/officeDocument/2006/relationships/slideLayout" Target="../slideLayouts/slideLayout108.xml"/><Relationship Id="rId12" Type="http://schemas.openxmlformats.org/officeDocument/2006/relationships/slideLayout" Target="../slideLayouts/slideLayout113.xml"/><Relationship Id="rId17" Type="http://schemas.openxmlformats.org/officeDocument/2006/relationships/slideLayout" Target="../slideLayouts/slideLayout118.xml"/><Relationship Id="rId25" Type="http://schemas.openxmlformats.org/officeDocument/2006/relationships/slideLayout" Target="../slideLayouts/slideLayout126.xml"/><Relationship Id="rId33" Type="http://schemas.openxmlformats.org/officeDocument/2006/relationships/oleObject" Target="../embeddings/oleObject4.bin"/><Relationship Id="rId2" Type="http://schemas.openxmlformats.org/officeDocument/2006/relationships/slideLayout" Target="../slideLayouts/slideLayout103.xml"/><Relationship Id="rId16" Type="http://schemas.openxmlformats.org/officeDocument/2006/relationships/slideLayout" Target="../slideLayouts/slideLayout117.xml"/><Relationship Id="rId20" Type="http://schemas.openxmlformats.org/officeDocument/2006/relationships/slideLayout" Target="../slideLayouts/slideLayout121.xml"/><Relationship Id="rId29" Type="http://schemas.openxmlformats.org/officeDocument/2006/relationships/slideLayout" Target="../slideLayouts/slideLayout130.xml"/><Relationship Id="rId1" Type="http://schemas.openxmlformats.org/officeDocument/2006/relationships/slideLayout" Target="../slideLayouts/slideLayout102.xml"/><Relationship Id="rId6" Type="http://schemas.openxmlformats.org/officeDocument/2006/relationships/slideLayout" Target="../slideLayouts/slideLayout107.xml"/><Relationship Id="rId11" Type="http://schemas.openxmlformats.org/officeDocument/2006/relationships/slideLayout" Target="../slideLayouts/slideLayout112.xml"/><Relationship Id="rId24" Type="http://schemas.openxmlformats.org/officeDocument/2006/relationships/slideLayout" Target="../slideLayouts/slideLayout125.xml"/><Relationship Id="rId32" Type="http://schemas.openxmlformats.org/officeDocument/2006/relationships/tags" Target="../tags/tag5.xml"/><Relationship Id="rId5" Type="http://schemas.openxmlformats.org/officeDocument/2006/relationships/slideLayout" Target="../slideLayouts/slideLayout106.xml"/><Relationship Id="rId15" Type="http://schemas.openxmlformats.org/officeDocument/2006/relationships/slideLayout" Target="../slideLayouts/slideLayout116.xml"/><Relationship Id="rId23" Type="http://schemas.openxmlformats.org/officeDocument/2006/relationships/slideLayout" Target="../slideLayouts/slideLayout124.xml"/><Relationship Id="rId28" Type="http://schemas.openxmlformats.org/officeDocument/2006/relationships/slideLayout" Target="../slideLayouts/slideLayout129.xml"/><Relationship Id="rId36" Type="http://schemas.openxmlformats.org/officeDocument/2006/relationships/image" Target="../media/image3.emf"/><Relationship Id="rId10" Type="http://schemas.openxmlformats.org/officeDocument/2006/relationships/slideLayout" Target="../slideLayouts/slideLayout111.xml"/><Relationship Id="rId19" Type="http://schemas.openxmlformats.org/officeDocument/2006/relationships/slideLayout" Target="../slideLayouts/slideLayout120.xml"/><Relationship Id="rId31" Type="http://schemas.openxmlformats.org/officeDocument/2006/relationships/theme" Target="../theme/theme4.xml"/><Relationship Id="rId4" Type="http://schemas.openxmlformats.org/officeDocument/2006/relationships/slideLayout" Target="../slideLayouts/slideLayout105.xml"/><Relationship Id="rId9" Type="http://schemas.openxmlformats.org/officeDocument/2006/relationships/slideLayout" Target="../slideLayouts/slideLayout110.xml"/><Relationship Id="rId14" Type="http://schemas.openxmlformats.org/officeDocument/2006/relationships/slideLayout" Target="../slideLayouts/slideLayout115.xml"/><Relationship Id="rId22" Type="http://schemas.openxmlformats.org/officeDocument/2006/relationships/slideLayout" Target="../slideLayouts/slideLayout123.xml"/><Relationship Id="rId27" Type="http://schemas.openxmlformats.org/officeDocument/2006/relationships/slideLayout" Target="../slideLayouts/slideLayout128.xml"/><Relationship Id="rId30" Type="http://schemas.openxmlformats.org/officeDocument/2006/relationships/slideLayout" Target="../slideLayouts/slideLayout131.xml"/><Relationship Id="rId35" Type="http://schemas.openxmlformats.org/officeDocument/2006/relationships/image" Target="../media/image2.emf"/><Relationship Id="rId8" Type="http://schemas.openxmlformats.org/officeDocument/2006/relationships/slideLayout" Target="../slideLayouts/slideLayout109.xml"/></Relationships>
</file>

<file path=ppt/slideMasters/_rels/slideMaster5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44.xml"/><Relationship Id="rId18" Type="http://schemas.openxmlformats.org/officeDocument/2006/relationships/slideLayout" Target="../slideLayouts/slideLayout149.xml"/><Relationship Id="rId26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34.xml"/><Relationship Id="rId21" Type="http://schemas.openxmlformats.org/officeDocument/2006/relationships/slideLayout" Target="../slideLayouts/slideLayout152.xml"/><Relationship Id="rId34" Type="http://schemas.openxmlformats.org/officeDocument/2006/relationships/image" Target="../media/image1.emf"/><Relationship Id="rId7" Type="http://schemas.openxmlformats.org/officeDocument/2006/relationships/slideLayout" Target="../slideLayouts/slideLayout138.xml"/><Relationship Id="rId12" Type="http://schemas.openxmlformats.org/officeDocument/2006/relationships/slideLayout" Target="../slideLayouts/slideLayout143.xml"/><Relationship Id="rId17" Type="http://schemas.openxmlformats.org/officeDocument/2006/relationships/slideLayout" Target="../slideLayouts/slideLayout148.xml"/><Relationship Id="rId25" Type="http://schemas.openxmlformats.org/officeDocument/2006/relationships/slideLayout" Target="../slideLayouts/slideLayout156.xml"/><Relationship Id="rId33" Type="http://schemas.openxmlformats.org/officeDocument/2006/relationships/oleObject" Target="../embeddings/oleObject5.bin"/><Relationship Id="rId2" Type="http://schemas.openxmlformats.org/officeDocument/2006/relationships/slideLayout" Target="../slideLayouts/slideLayout133.xml"/><Relationship Id="rId16" Type="http://schemas.openxmlformats.org/officeDocument/2006/relationships/slideLayout" Target="../slideLayouts/slideLayout147.xml"/><Relationship Id="rId20" Type="http://schemas.openxmlformats.org/officeDocument/2006/relationships/slideLayout" Target="../slideLayouts/slideLayout151.xml"/><Relationship Id="rId29" Type="http://schemas.openxmlformats.org/officeDocument/2006/relationships/slideLayout" Target="../slideLayouts/slideLayout160.xml"/><Relationship Id="rId1" Type="http://schemas.openxmlformats.org/officeDocument/2006/relationships/slideLayout" Target="../slideLayouts/slideLayout132.xml"/><Relationship Id="rId6" Type="http://schemas.openxmlformats.org/officeDocument/2006/relationships/slideLayout" Target="../slideLayouts/slideLayout137.xml"/><Relationship Id="rId11" Type="http://schemas.openxmlformats.org/officeDocument/2006/relationships/slideLayout" Target="../slideLayouts/slideLayout142.xml"/><Relationship Id="rId24" Type="http://schemas.openxmlformats.org/officeDocument/2006/relationships/slideLayout" Target="../slideLayouts/slideLayout155.xml"/><Relationship Id="rId32" Type="http://schemas.openxmlformats.org/officeDocument/2006/relationships/tags" Target="../tags/tag6.xml"/><Relationship Id="rId5" Type="http://schemas.openxmlformats.org/officeDocument/2006/relationships/slideLayout" Target="../slideLayouts/slideLayout136.xml"/><Relationship Id="rId15" Type="http://schemas.openxmlformats.org/officeDocument/2006/relationships/slideLayout" Target="../slideLayouts/slideLayout146.xml"/><Relationship Id="rId23" Type="http://schemas.openxmlformats.org/officeDocument/2006/relationships/slideLayout" Target="../slideLayouts/slideLayout154.xml"/><Relationship Id="rId28" Type="http://schemas.openxmlformats.org/officeDocument/2006/relationships/slideLayout" Target="../slideLayouts/slideLayout159.xml"/><Relationship Id="rId36" Type="http://schemas.openxmlformats.org/officeDocument/2006/relationships/image" Target="../media/image3.emf"/><Relationship Id="rId10" Type="http://schemas.openxmlformats.org/officeDocument/2006/relationships/slideLayout" Target="../slideLayouts/slideLayout141.xml"/><Relationship Id="rId19" Type="http://schemas.openxmlformats.org/officeDocument/2006/relationships/slideLayout" Target="../slideLayouts/slideLayout150.xml"/><Relationship Id="rId31" Type="http://schemas.openxmlformats.org/officeDocument/2006/relationships/theme" Target="../theme/theme5.xml"/><Relationship Id="rId4" Type="http://schemas.openxmlformats.org/officeDocument/2006/relationships/slideLayout" Target="../slideLayouts/slideLayout135.xml"/><Relationship Id="rId9" Type="http://schemas.openxmlformats.org/officeDocument/2006/relationships/slideLayout" Target="../slideLayouts/slideLayout140.xml"/><Relationship Id="rId14" Type="http://schemas.openxmlformats.org/officeDocument/2006/relationships/slideLayout" Target="../slideLayouts/slideLayout145.xml"/><Relationship Id="rId22" Type="http://schemas.openxmlformats.org/officeDocument/2006/relationships/slideLayout" Target="../slideLayouts/slideLayout153.xml"/><Relationship Id="rId27" Type="http://schemas.openxmlformats.org/officeDocument/2006/relationships/slideLayout" Target="../slideLayouts/slideLayout158.xml"/><Relationship Id="rId30" Type="http://schemas.openxmlformats.org/officeDocument/2006/relationships/slideLayout" Target="../slideLayouts/slideLayout161.xml"/><Relationship Id="rId35" Type="http://schemas.openxmlformats.org/officeDocument/2006/relationships/image" Target="../media/image2.emf"/><Relationship Id="rId8" Type="http://schemas.openxmlformats.org/officeDocument/2006/relationships/slideLayout" Target="../slideLayouts/slideLayout139.xml"/></Relationships>
</file>

<file path=ppt/slideMasters/_rels/slideMaster6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74.xml"/><Relationship Id="rId18" Type="http://schemas.openxmlformats.org/officeDocument/2006/relationships/slideLayout" Target="../slideLayouts/slideLayout179.xml"/><Relationship Id="rId26" Type="http://schemas.openxmlformats.org/officeDocument/2006/relationships/slideLayout" Target="../slideLayouts/slideLayout187.xml"/><Relationship Id="rId3" Type="http://schemas.openxmlformats.org/officeDocument/2006/relationships/slideLayout" Target="../slideLayouts/slideLayout164.xml"/><Relationship Id="rId21" Type="http://schemas.openxmlformats.org/officeDocument/2006/relationships/slideLayout" Target="../slideLayouts/slideLayout182.xml"/><Relationship Id="rId34" Type="http://schemas.openxmlformats.org/officeDocument/2006/relationships/image" Target="../media/image1.emf"/><Relationship Id="rId7" Type="http://schemas.openxmlformats.org/officeDocument/2006/relationships/slideLayout" Target="../slideLayouts/slideLayout168.xml"/><Relationship Id="rId12" Type="http://schemas.openxmlformats.org/officeDocument/2006/relationships/slideLayout" Target="../slideLayouts/slideLayout173.xml"/><Relationship Id="rId17" Type="http://schemas.openxmlformats.org/officeDocument/2006/relationships/slideLayout" Target="../slideLayouts/slideLayout178.xml"/><Relationship Id="rId25" Type="http://schemas.openxmlformats.org/officeDocument/2006/relationships/slideLayout" Target="../slideLayouts/slideLayout186.xml"/><Relationship Id="rId33" Type="http://schemas.openxmlformats.org/officeDocument/2006/relationships/oleObject" Target="../embeddings/oleObject6.bin"/><Relationship Id="rId2" Type="http://schemas.openxmlformats.org/officeDocument/2006/relationships/slideLayout" Target="../slideLayouts/slideLayout163.xml"/><Relationship Id="rId16" Type="http://schemas.openxmlformats.org/officeDocument/2006/relationships/slideLayout" Target="../slideLayouts/slideLayout177.xml"/><Relationship Id="rId20" Type="http://schemas.openxmlformats.org/officeDocument/2006/relationships/slideLayout" Target="../slideLayouts/slideLayout181.xml"/><Relationship Id="rId29" Type="http://schemas.openxmlformats.org/officeDocument/2006/relationships/slideLayout" Target="../slideLayouts/slideLayout190.xml"/><Relationship Id="rId1" Type="http://schemas.openxmlformats.org/officeDocument/2006/relationships/slideLayout" Target="../slideLayouts/slideLayout162.xml"/><Relationship Id="rId6" Type="http://schemas.openxmlformats.org/officeDocument/2006/relationships/slideLayout" Target="../slideLayouts/slideLayout167.xml"/><Relationship Id="rId11" Type="http://schemas.openxmlformats.org/officeDocument/2006/relationships/slideLayout" Target="../slideLayouts/slideLayout172.xml"/><Relationship Id="rId24" Type="http://schemas.openxmlformats.org/officeDocument/2006/relationships/slideLayout" Target="../slideLayouts/slideLayout185.xml"/><Relationship Id="rId32" Type="http://schemas.openxmlformats.org/officeDocument/2006/relationships/tags" Target="../tags/tag7.xml"/><Relationship Id="rId5" Type="http://schemas.openxmlformats.org/officeDocument/2006/relationships/slideLayout" Target="../slideLayouts/slideLayout166.xml"/><Relationship Id="rId15" Type="http://schemas.openxmlformats.org/officeDocument/2006/relationships/slideLayout" Target="../slideLayouts/slideLayout176.xml"/><Relationship Id="rId23" Type="http://schemas.openxmlformats.org/officeDocument/2006/relationships/slideLayout" Target="../slideLayouts/slideLayout184.xml"/><Relationship Id="rId28" Type="http://schemas.openxmlformats.org/officeDocument/2006/relationships/slideLayout" Target="../slideLayouts/slideLayout189.xml"/><Relationship Id="rId10" Type="http://schemas.openxmlformats.org/officeDocument/2006/relationships/slideLayout" Target="../slideLayouts/slideLayout171.xml"/><Relationship Id="rId19" Type="http://schemas.openxmlformats.org/officeDocument/2006/relationships/slideLayout" Target="../slideLayouts/slideLayout180.xml"/><Relationship Id="rId31" Type="http://schemas.openxmlformats.org/officeDocument/2006/relationships/theme" Target="../theme/theme6.xml"/><Relationship Id="rId4" Type="http://schemas.openxmlformats.org/officeDocument/2006/relationships/slideLayout" Target="../slideLayouts/slideLayout165.xml"/><Relationship Id="rId9" Type="http://schemas.openxmlformats.org/officeDocument/2006/relationships/slideLayout" Target="../slideLayouts/slideLayout170.xml"/><Relationship Id="rId14" Type="http://schemas.openxmlformats.org/officeDocument/2006/relationships/slideLayout" Target="../slideLayouts/slideLayout175.xml"/><Relationship Id="rId22" Type="http://schemas.openxmlformats.org/officeDocument/2006/relationships/slideLayout" Target="../slideLayouts/slideLayout183.xml"/><Relationship Id="rId27" Type="http://schemas.openxmlformats.org/officeDocument/2006/relationships/slideLayout" Target="../slideLayouts/slideLayout188.xml"/><Relationship Id="rId30" Type="http://schemas.openxmlformats.org/officeDocument/2006/relationships/slideLayout" Target="../slideLayouts/slideLayout191.xml"/><Relationship Id="rId35" Type="http://schemas.openxmlformats.org/officeDocument/2006/relationships/image" Target="../media/image3.emf"/><Relationship Id="rId8" Type="http://schemas.openxmlformats.org/officeDocument/2006/relationships/slideLayout" Target="../slideLayouts/slideLayout169.xml"/></Relationships>
</file>

<file path=ppt/slideMasters/_rels/slideMaster7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04.xml"/><Relationship Id="rId18" Type="http://schemas.openxmlformats.org/officeDocument/2006/relationships/slideLayout" Target="../slideLayouts/slideLayout209.xml"/><Relationship Id="rId26" Type="http://schemas.openxmlformats.org/officeDocument/2006/relationships/slideLayout" Target="../slideLayouts/slideLayout217.xml"/><Relationship Id="rId3" Type="http://schemas.openxmlformats.org/officeDocument/2006/relationships/slideLayout" Target="../slideLayouts/slideLayout194.xml"/><Relationship Id="rId21" Type="http://schemas.openxmlformats.org/officeDocument/2006/relationships/slideLayout" Target="../slideLayouts/slideLayout212.xml"/><Relationship Id="rId34" Type="http://schemas.openxmlformats.org/officeDocument/2006/relationships/oleObject" Target="../embeddings/oleObject36.bin"/><Relationship Id="rId7" Type="http://schemas.openxmlformats.org/officeDocument/2006/relationships/slideLayout" Target="../slideLayouts/slideLayout198.xml"/><Relationship Id="rId12" Type="http://schemas.openxmlformats.org/officeDocument/2006/relationships/slideLayout" Target="../slideLayouts/slideLayout203.xml"/><Relationship Id="rId17" Type="http://schemas.openxmlformats.org/officeDocument/2006/relationships/slideLayout" Target="../slideLayouts/slideLayout208.xml"/><Relationship Id="rId25" Type="http://schemas.openxmlformats.org/officeDocument/2006/relationships/slideLayout" Target="../slideLayouts/slideLayout216.xml"/><Relationship Id="rId33" Type="http://schemas.openxmlformats.org/officeDocument/2006/relationships/tags" Target="../tags/tag37.xml"/><Relationship Id="rId2" Type="http://schemas.openxmlformats.org/officeDocument/2006/relationships/slideLayout" Target="../slideLayouts/slideLayout193.xml"/><Relationship Id="rId16" Type="http://schemas.openxmlformats.org/officeDocument/2006/relationships/slideLayout" Target="../slideLayouts/slideLayout207.xml"/><Relationship Id="rId20" Type="http://schemas.openxmlformats.org/officeDocument/2006/relationships/slideLayout" Target="../slideLayouts/slideLayout211.xml"/><Relationship Id="rId29" Type="http://schemas.openxmlformats.org/officeDocument/2006/relationships/slideLayout" Target="../slideLayouts/slideLayout220.xml"/><Relationship Id="rId1" Type="http://schemas.openxmlformats.org/officeDocument/2006/relationships/slideLayout" Target="../slideLayouts/slideLayout192.xml"/><Relationship Id="rId6" Type="http://schemas.openxmlformats.org/officeDocument/2006/relationships/slideLayout" Target="../slideLayouts/slideLayout197.xml"/><Relationship Id="rId11" Type="http://schemas.openxmlformats.org/officeDocument/2006/relationships/slideLayout" Target="../slideLayouts/slideLayout202.xml"/><Relationship Id="rId24" Type="http://schemas.openxmlformats.org/officeDocument/2006/relationships/slideLayout" Target="../slideLayouts/slideLayout215.xml"/><Relationship Id="rId32" Type="http://schemas.openxmlformats.org/officeDocument/2006/relationships/theme" Target="../theme/theme7.xml"/><Relationship Id="rId5" Type="http://schemas.openxmlformats.org/officeDocument/2006/relationships/slideLayout" Target="../slideLayouts/slideLayout196.xml"/><Relationship Id="rId15" Type="http://schemas.openxmlformats.org/officeDocument/2006/relationships/slideLayout" Target="../slideLayouts/slideLayout206.xml"/><Relationship Id="rId23" Type="http://schemas.openxmlformats.org/officeDocument/2006/relationships/slideLayout" Target="../slideLayouts/slideLayout214.xml"/><Relationship Id="rId28" Type="http://schemas.openxmlformats.org/officeDocument/2006/relationships/slideLayout" Target="../slideLayouts/slideLayout219.xml"/><Relationship Id="rId36" Type="http://schemas.openxmlformats.org/officeDocument/2006/relationships/image" Target="../media/image3.emf"/><Relationship Id="rId10" Type="http://schemas.openxmlformats.org/officeDocument/2006/relationships/slideLayout" Target="../slideLayouts/slideLayout201.xml"/><Relationship Id="rId19" Type="http://schemas.openxmlformats.org/officeDocument/2006/relationships/slideLayout" Target="../slideLayouts/slideLayout210.xml"/><Relationship Id="rId31" Type="http://schemas.openxmlformats.org/officeDocument/2006/relationships/slideLayout" Target="../slideLayouts/slideLayout222.xml"/><Relationship Id="rId4" Type="http://schemas.openxmlformats.org/officeDocument/2006/relationships/slideLayout" Target="../slideLayouts/slideLayout195.xml"/><Relationship Id="rId9" Type="http://schemas.openxmlformats.org/officeDocument/2006/relationships/slideLayout" Target="../slideLayouts/slideLayout200.xml"/><Relationship Id="rId14" Type="http://schemas.openxmlformats.org/officeDocument/2006/relationships/slideLayout" Target="../slideLayouts/slideLayout205.xml"/><Relationship Id="rId22" Type="http://schemas.openxmlformats.org/officeDocument/2006/relationships/slideLayout" Target="../slideLayouts/slideLayout213.xml"/><Relationship Id="rId27" Type="http://schemas.openxmlformats.org/officeDocument/2006/relationships/slideLayout" Target="../slideLayouts/slideLayout218.xml"/><Relationship Id="rId30" Type="http://schemas.openxmlformats.org/officeDocument/2006/relationships/slideLayout" Target="../slideLayouts/slideLayout221.xml"/><Relationship Id="rId35" Type="http://schemas.openxmlformats.org/officeDocument/2006/relationships/image" Target="../media/image1.emf"/><Relationship Id="rId8" Type="http://schemas.openxmlformats.org/officeDocument/2006/relationships/slideLayout" Target="../slideLayouts/slideLayout199.xml"/></Relationships>
</file>

<file path=ppt/slideMasters/_rels/slideMaster8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35.xml"/><Relationship Id="rId18" Type="http://schemas.openxmlformats.org/officeDocument/2006/relationships/slideLayout" Target="../slideLayouts/slideLayout240.xml"/><Relationship Id="rId26" Type="http://schemas.openxmlformats.org/officeDocument/2006/relationships/slideLayout" Target="../slideLayouts/slideLayout248.xml"/><Relationship Id="rId3" Type="http://schemas.openxmlformats.org/officeDocument/2006/relationships/slideLayout" Target="../slideLayouts/slideLayout225.xml"/><Relationship Id="rId21" Type="http://schemas.openxmlformats.org/officeDocument/2006/relationships/slideLayout" Target="../slideLayouts/slideLayout243.xml"/><Relationship Id="rId34" Type="http://schemas.openxmlformats.org/officeDocument/2006/relationships/image" Target="../media/image1.emf"/><Relationship Id="rId7" Type="http://schemas.openxmlformats.org/officeDocument/2006/relationships/slideLayout" Target="../slideLayouts/slideLayout229.xml"/><Relationship Id="rId12" Type="http://schemas.openxmlformats.org/officeDocument/2006/relationships/slideLayout" Target="../slideLayouts/slideLayout234.xml"/><Relationship Id="rId17" Type="http://schemas.openxmlformats.org/officeDocument/2006/relationships/slideLayout" Target="../slideLayouts/slideLayout239.xml"/><Relationship Id="rId25" Type="http://schemas.openxmlformats.org/officeDocument/2006/relationships/slideLayout" Target="../slideLayouts/slideLayout247.xml"/><Relationship Id="rId33" Type="http://schemas.openxmlformats.org/officeDocument/2006/relationships/oleObject" Target="../embeddings/oleObject4.bin"/><Relationship Id="rId2" Type="http://schemas.openxmlformats.org/officeDocument/2006/relationships/slideLayout" Target="../slideLayouts/slideLayout224.xml"/><Relationship Id="rId16" Type="http://schemas.openxmlformats.org/officeDocument/2006/relationships/slideLayout" Target="../slideLayouts/slideLayout238.xml"/><Relationship Id="rId20" Type="http://schemas.openxmlformats.org/officeDocument/2006/relationships/slideLayout" Target="../slideLayouts/slideLayout242.xml"/><Relationship Id="rId29" Type="http://schemas.openxmlformats.org/officeDocument/2006/relationships/slideLayout" Target="../slideLayouts/slideLayout251.xml"/><Relationship Id="rId1" Type="http://schemas.openxmlformats.org/officeDocument/2006/relationships/slideLayout" Target="../slideLayouts/slideLayout223.xml"/><Relationship Id="rId6" Type="http://schemas.openxmlformats.org/officeDocument/2006/relationships/slideLayout" Target="../slideLayouts/slideLayout228.xml"/><Relationship Id="rId11" Type="http://schemas.openxmlformats.org/officeDocument/2006/relationships/slideLayout" Target="../slideLayouts/slideLayout233.xml"/><Relationship Id="rId24" Type="http://schemas.openxmlformats.org/officeDocument/2006/relationships/slideLayout" Target="../slideLayouts/slideLayout246.xml"/><Relationship Id="rId32" Type="http://schemas.openxmlformats.org/officeDocument/2006/relationships/tags" Target="../tags/tag69.xml"/><Relationship Id="rId5" Type="http://schemas.openxmlformats.org/officeDocument/2006/relationships/slideLayout" Target="../slideLayouts/slideLayout227.xml"/><Relationship Id="rId15" Type="http://schemas.openxmlformats.org/officeDocument/2006/relationships/slideLayout" Target="../slideLayouts/slideLayout237.xml"/><Relationship Id="rId23" Type="http://schemas.openxmlformats.org/officeDocument/2006/relationships/slideLayout" Target="../slideLayouts/slideLayout245.xml"/><Relationship Id="rId28" Type="http://schemas.openxmlformats.org/officeDocument/2006/relationships/slideLayout" Target="../slideLayouts/slideLayout250.xml"/><Relationship Id="rId36" Type="http://schemas.openxmlformats.org/officeDocument/2006/relationships/image" Target="../media/image3.emf"/><Relationship Id="rId10" Type="http://schemas.openxmlformats.org/officeDocument/2006/relationships/slideLayout" Target="../slideLayouts/slideLayout232.xml"/><Relationship Id="rId19" Type="http://schemas.openxmlformats.org/officeDocument/2006/relationships/slideLayout" Target="../slideLayouts/slideLayout241.xml"/><Relationship Id="rId31" Type="http://schemas.openxmlformats.org/officeDocument/2006/relationships/theme" Target="../theme/theme8.xml"/><Relationship Id="rId4" Type="http://schemas.openxmlformats.org/officeDocument/2006/relationships/slideLayout" Target="../slideLayouts/slideLayout226.xml"/><Relationship Id="rId9" Type="http://schemas.openxmlformats.org/officeDocument/2006/relationships/slideLayout" Target="../slideLayouts/slideLayout231.xml"/><Relationship Id="rId14" Type="http://schemas.openxmlformats.org/officeDocument/2006/relationships/slideLayout" Target="../slideLayouts/slideLayout236.xml"/><Relationship Id="rId22" Type="http://schemas.openxmlformats.org/officeDocument/2006/relationships/slideLayout" Target="../slideLayouts/slideLayout244.xml"/><Relationship Id="rId27" Type="http://schemas.openxmlformats.org/officeDocument/2006/relationships/slideLayout" Target="../slideLayouts/slideLayout249.xml"/><Relationship Id="rId30" Type="http://schemas.openxmlformats.org/officeDocument/2006/relationships/slideLayout" Target="../slideLayouts/slideLayout252.xml"/><Relationship Id="rId35" Type="http://schemas.openxmlformats.org/officeDocument/2006/relationships/image" Target="../media/image2.emf"/><Relationship Id="rId8" Type="http://schemas.openxmlformats.org/officeDocument/2006/relationships/slideLayout" Target="../slideLayouts/slideLayout230.xml"/></Relationships>
</file>

<file path=ppt/slideMasters/_rels/slideMaster9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65.xml"/><Relationship Id="rId18" Type="http://schemas.openxmlformats.org/officeDocument/2006/relationships/slideLayout" Target="../slideLayouts/slideLayout270.xml"/><Relationship Id="rId26" Type="http://schemas.openxmlformats.org/officeDocument/2006/relationships/slideLayout" Target="../slideLayouts/slideLayout278.xml"/><Relationship Id="rId3" Type="http://schemas.openxmlformats.org/officeDocument/2006/relationships/slideLayout" Target="../slideLayouts/slideLayout255.xml"/><Relationship Id="rId21" Type="http://schemas.openxmlformats.org/officeDocument/2006/relationships/slideLayout" Target="../slideLayouts/slideLayout273.xml"/><Relationship Id="rId34" Type="http://schemas.openxmlformats.org/officeDocument/2006/relationships/image" Target="../media/image3.emf"/><Relationship Id="rId7" Type="http://schemas.openxmlformats.org/officeDocument/2006/relationships/slideLayout" Target="../slideLayouts/slideLayout259.xml"/><Relationship Id="rId12" Type="http://schemas.openxmlformats.org/officeDocument/2006/relationships/slideLayout" Target="../slideLayouts/slideLayout264.xml"/><Relationship Id="rId17" Type="http://schemas.openxmlformats.org/officeDocument/2006/relationships/slideLayout" Target="../slideLayouts/slideLayout269.xml"/><Relationship Id="rId25" Type="http://schemas.openxmlformats.org/officeDocument/2006/relationships/slideLayout" Target="../slideLayouts/slideLayout277.xml"/><Relationship Id="rId33" Type="http://schemas.openxmlformats.org/officeDocument/2006/relationships/image" Target="../media/image10.emf"/><Relationship Id="rId2" Type="http://schemas.openxmlformats.org/officeDocument/2006/relationships/slideLayout" Target="../slideLayouts/slideLayout254.xml"/><Relationship Id="rId16" Type="http://schemas.openxmlformats.org/officeDocument/2006/relationships/slideLayout" Target="../slideLayouts/slideLayout268.xml"/><Relationship Id="rId20" Type="http://schemas.openxmlformats.org/officeDocument/2006/relationships/slideLayout" Target="../slideLayouts/slideLayout272.xml"/><Relationship Id="rId29" Type="http://schemas.openxmlformats.org/officeDocument/2006/relationships/slideLayout" Target="../slideLayouts/slideLayout281.xml"/><Relationship Id="rId1" Type="http://schemas.openxmlformats.org/officeDocument/2006/relationships/slideLayout" Target="../slideLayouts/slideLayout253.xml"/><Relationship Id="rId6" Type="http://schemas.openxmlformats.org/officeDocument/2006/relationships/slideLayout" Target="../slideLayouts/slideLayout258.xml"/><Relationship Id="rId11" Type="http://schemas.openxmlformats.org/officeDocument/2006/relationships/slideLayout" Target="../slideLayouts/slideLayout263.xml"/><Relationship Id="rId24" Type="http://schemas.openxmlformats.org/officeDocument/2006/relationships/slideLayout" Target="../slideLayouts/slideLayout276.xml"/><Relationship Id="rId32" Type="http://schemas.openxmlformats.org/officeDocument/2006/relationships/oleObject" Target="../embeddings/oleObject68.bin"/><Relationship Id="rId5" Type="http://schemas.openxmlformats.org/officeDocument/2006/relationships/slideLayout" Target="../slideLayouts/slideLayout257.xml"/><Relationship Id="rId15" Type="http://schemas.openxmlformats.org/officeDocument/2006/relationships/slideLayout" Target="../slideLayouts/slideLayout267.xml"/><Relationship Id="rId23" Type="http://schemas.openxmlformats.org/officeDocument/2006/relationships/slideLayout" Target="../slideLayouts/slideLayout275.xml"/><Relationship Id="rId28" Type="http://schemas.openxmlformats.org/officeDocument/2006/relationships/slideLayout" Target="../slideLayouts/slideLayout280.xml"/><Relationship Id="rId10" Type="http://schemas.openxmlformats.org/officeDocument/2006/relationships/slideLayout" Target="../slideLayouts/slideLayout262.xml"/><Relationship Id="rId19" Type="http://schemas.openxmlformats.org/officeDocument/2006/relationships/slideLayout" Target="../slideLayouts/slideLayout271.xml"/><Relationship Id="rId31" Type="http://schemas.openxmlformats.org/officeDocument/2006/relationships/tags" Target="../tags/tag70.xml"/><Relationship Id="rId4" Type="http://schemas.openxmlformats.org/officeDocument/2006/relationships/slideLayout" Target="../slideLayouts/slideLayout256.xml"/><Relationship Id="rId9" Type="http://schemas.openxmlformats.org/officeDocument/2006/relationships/slideLayout" Target="../slideLayouts/slideLayout261.xml"/><Relationship Id="rId14" Type="http://schemas.openxmlformats.org/officeDocument/2006/relationships/slideLayout" Target="../slideLayouts/slideLayout266.xml"/><Relationship Id="rId22" Type="http://schemas.openxmlformats.org/officeDocument/2006/relationships/slideLayout" Target="../slideLayouts/slideLayout274.xml"/><Relationship Id="rId27" Type="http://schemas.openxmlformats.org/officeDocument/2006/relationships/slideLayout" Target="../slideLayouts/slideLayout279.xml"/><Relationship Id="rId30" Type="http://schemas.openxmlformats.org/officeDocument/2006/relationships/theme" Target="../theme/theme9.xml"/><Relationship Id="rId8" Type="http://schemas.openxmlformats.org/officeDocument/2006/relationships/slideLayout" Target="../slideLayouts/slideLayout260.xml"/></Relationships>
</file>

<file path=ppt/slideMasters/_rels/slideMaster10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94.xml"/><Relationship Id="rId18" Type="http://schemas.openxmlformats.org/officeDocument/2006/relationships/slideLayout" Target="../slideLayouts/slideLayout299.xml"/><Relationship Id="rId26" Type="http://schemas.openxmlformats.org/officeDocument/2006/relationships/slideLayout" Target="../slideLayouts/slideLayout307.xml"/><Relationship Id="rId3" Type="http://schemas.openxmlformats.org/officeDocument/2006/relationships/slideLayout" Target="../slideLayouts/slideLayout284.xml"/><Relationship Id="rId21" Type="http://schemas.openxmlformats.org/officeDocument/2006/relationships/slideLayout" Target="../slideLayouts/slideLayout302.xml"/><Relationship Id="rId34" Type="http://schemas.openxmlformats.org/officeDocument/2006/relationships/image" Target="../media/image1.emf"/><Relationship Id="rId7" Type="http://schemas.openxmlformats.org/officeDocument/2006/relationships/slideLayout" Target="../slideLayouts/slideLayout288.xml"/><Relationship Id="rId12" Type="http://schemas.openxmlformats.org/officeDocument/2006/relationships/slideLayout" Target="../slideLayouts/slideLayout293.xml"/><Relationship Id="rId17" Type="http://schemas.openxmlformats.org/officeDocument/2006/relationships/slideLayout" Target="../slideLayouts/slideLayout298.xml"/><Relationship Id="rId25" Type="http://schemas.openxmlformats.org/officeDocument/2006/relationships/slideLayout" Target="../slideLayouts/slideLayout306.xml"/><Relationship Id="rId33" Type="http://schemas.openxmlformats.org/officeDocument/2006/relationships/oleObject" Target="../embeddings/oleObject4.bin"/><Relationship Id="rId2" Type="http://schemas.openxmlformats.org/officeDocument/2006/relationships/slideLayout" Target="../slideLayouts/slideLayout283.xml"/><Relationship Id="rId16" Type="http://schemas.openxmlformats.org/officeDocument/2006/relationships/slideLayout" Target="../slideLayouts/slideLayout297.xml"/><Relationship Id="rId20" Type="http://schemas.openxmlformats.org/officeDocument/2006/relationships/slideLayout" Target="../slideLayouts/slideLayout301.xml"/><Relationship Id="rId29" Type="http://schemas.openxmlformats.org/officeDocument/2006/relationships/slideLayout" Target="../slideLayouts/slideLayout310.xml"/><Relationship Id="rId1" Type="http://schemas.openxmlformats.org/officeDocument/2006/relationships/slideLayout" Target="../slideLayouts/slideLayout282.xml"/><Relationship Id="rId6" Type="http://schemas.openxmlformats.org/officeDocument/2006/relationships/slideLayout" Target="../slideLayouts/slideLayout287.xml"/><Relationship Id="rId11" Type="http://schemas.openxmlformats.org/officeDocument/2006/relationships/slideLayout" Target="../slideLayouts/slideLayout292.xml"/><Relationship Id="rId24" Type="http://schemas.openxmlformats.org/officeDocument/2006/relationships/slideLayout" Target="../slideLayouts/slideLayout305.xml"/><Relationship Id="rId32" Type="http://schemas.openxmlformats.org/officeDocument/2006/relationships/tags" Target="../tags/tag100.xml"/><Relationship Id="rId5" Type="http://schemas.openxmlformats.org/officeDocument/2006/relationships/slideLayout" Target="../slideLayouts/slideLayout286.xml"/><Relationship Id="rId15" Type="http://schemas.openxmlformats.org/officeDocument/2006/relationships/slideLayout" Target="../slideLayouts/slideLayout296.xml"/><Relationship Id="rId23" Type="http://schemas.openxmlformats.org/officeDocument/2006/relationships/slideLayout" Target="../slideLayouts/slideLayout304.xml"/><Relationship Id="rId28" Type="http://schemas.openxmlformats.org/officeDocument/2006/relationships/slideLayout" Target="../slideLayouts/slideLayout309.xml"/><Relationship Id="rId36" Type="http://schemas.openxmlformats.org/officeDocument/2006/relationships/image" Target="../media/image3.emf"/><Relationship Id="rId10" Type="http://schemas.openxmlformats.org/officeDocument/2006/relationships/slideLayout" Target="../slideLayouts/slideLayout291.xml"/><Relationship Id="rId19" Type="http://schemas.openxmlformats.org/officeDocument/2006/relationships/slideLayout" Target="../slideLayouts/slideLayout300.xml"/><Relationship Id="rId31" Type="http://schemas.openxmlformats.org/officeDocument/2006/relationships/theme" Target="../theme/theme10.xml"/><Relationship Id="rId4" Type="http://schemas.openxmlformats.org/officeDocument/2006/relationships/slideLayout" Target="../slideLayouts/slideLayout285.xml"/><Relationship Id="rId9" Type="http://schemas.openxmlformats.org/officeDocument/2006/relationships/slideLayout" Target="../slideLayouts/slideLayout290.xml"/><Relationship Id="rId14" Type="http://schemas.openxmlformats.org/officeDocument/2006/relationships/slideLayout" Target="../slideLayouts/slideLayout295.xml"/><Relationship Id="rId22" Type="http://schemas.openxmlformats.org/officeDocument/2006/relationships/slideLayout" Target="../slideLayouts/slideLayout303.xml"/><Relationship Id="rId27" Type="http://schemas.openxmlformats.org/officeDocument/2006/relationships/slideLayout" Target="../slideLayouts/slideLayout308.xml"/><Relationship Id="rId30" Type="http://schemas.openxmlformats.org/officeDocument/2006/relationships/slideLayout" Target="../slideLayouts/slideLayout311.xml"/><Relationship Id="rId35" Type="http://schemas.openxmlformats.org/officeDocument/2006/relationships/image" Target="../media/image2.emf"/><Relationship Id="rId8" Type="http://schemas.openxmlformats.org/officeDocument/2006/relationships/slideLayout" Target="../slideLayouts/slideLayout289.xml"/></Relationships>
</file>

<file path=ppt/slideMasters/_rels/slideMaster1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24.xml"/><Relationship Id="rId18" Type="http://schemas.openxmlformats.org/officeDocument/2006/relationships/slideLayout" Target="../slideLayouts/slideLayout329.xml"/><Relationship Id="rId26" Type="http://schemas.openxmlformats.org/officeDocument/2006/relationships/slideLayout" Target="../slideLayouts/slideLayout337.xml"/><Relationship Id="rId3" Type="http://schemas.openxmlformats.org/officeDocument/2006/relationships/slideLayout" Target="../slideLayouts/slideLayout314.xml"/><Relationship Id="rId21" Type="http://schemas.openxmlformats.org/officeDocument/2006/relationships/slideLayout" Target="../slideLayouts/slideLayout332.xml"/><Relationship Id="rId34" Type="http://schemas.openxmlformats.org/officeDocument/2006/relationships/image" Target="../media/image3.emf"/><Relationship Id="rId7" Type="http://schemas.openxmlformats.org/officeDocument/2006/relationships/slideLayout" Target="../slideLayouts/slideLayout318.xml"/><Relationship Id="rId12" Type="http://schemas.openxmlformats.org/officeDocument/2006/relationships/slideLayout" Target="../slideLayouts/slideLayout323.xml"/><Relationship Id="rId17" Type="http://schemas.openxmlformats.org/officeDocument/2006/relationships/slideLayout" Target="../slideLayouts/slideLayout328.xml"/><Relationship Id="rId25" Type="http://schemas.openxmlformats.org/officeDocument/2006/relationships/slideLayout" Target="../slideLayouts/slideLayout336.xml"/><Relationship Id="rId33" Type="http://schemas.openxmlformats.org/officeDocument/2006/relationships/image" Target="../media/image10.emf"/><Relationship Id="rId2" Type="http://schemas.openxmlformats.org/officeDocument/2006/relationships/slideLayout" Target="../slideLayouts/slideLayout313.xml"/><Relationship Id="rId16" Type="http://schemas.openxmlformats.org/officeDocument/2006/relationships/slideLayout" Target="../slideLayouts/slideLayout327.xml"/><Relationship Id="rId20" Type="http://schemas.openxmlformats.org/officeDocument/2006/relationships/slideLayout" Target="../slideLayouts/slideLayout331.xml"/><Relationship Id="rId29" Type="http://schemas.openxmlformats.org/officeDocument/2006/relationships/slideLayout" Target="../slideLayouts/slideLayout340.xml"/><Relationship Id="rId1" Type="http://schemas.openxmlformats.org/officeDocument/2006/relationships/slideLayout" Target="../slideLayouts/slideLayout312.xml"/><Relationship Id="rId6" Type="http://schemas.openxmlformats.org/officeDocument/2006/relationships/slideLayout" Target="../slideLayouts/slideLayout317.xml"/><Relationship Id="rId11" Type="http://schemas.openxmlformats.org/officeDocument/2006/relationships/slideLayout" Target="../slideLayouts/slideLayout322.xml"/><Relationship Id="rId24" Type="http://schemas.openxmlformats.org/officeDocument/2006/relationships/slideLayout" Target="../slideLayouts/slideLayout335.xml"/><Relationship Id="rId32" Type="http://schemas.openxmlformats.org/officeDocument/2006/relationships/oleObject" Target="../embeddings/oleObject68.bin"/><Relationship Id="rId5" Type="http://schemas.openxmlformats.org/officeDocument/2006/relationships/slideLayout" Target="../slideLayouts/slideLayout316.xml"/><Relationship Id="rId15" Type="http://schemas.openxmlformats.org/officeDocument/2006/relationships/slideLayout" Target="../slideLayouts/slideLayout326.xml"/><Relationship Id="rId23" Type="http://schemas.openxmlformats.org/officeDocument/2006/relationships/slideLayout" Target="../slideLayouts/slideLayout334.xml"/><Relationship Id="rId28" Type="http://schemas.openxmlformats.org/officeDocument/2006/relationships/slideLayout" Target="../slideLayouts/slideLayout339.xml"/><Relationship Id="rId10" Type="http://schemas.openxmlformats.org/officeDocument/2006/relationships/slideLayout" Target="../slideLayouts/slideLayout321.xml"/><Relationship Id="rId19" Type="http://schemas.openxmlformats.org/officeDocument/2006/relationships/slideLayout" Target="../slideLayouts/slideLayout330.xml"/><Relationship Id="rId31" Type="http://schemas.openxmlformats.org/officeDocument/2006/relationships/tags" Target="../tags/tag101.xml"/><Relationship Id="rId4" Type="http://schemas.openxmlformats.org/officeDocument/2006/relationships/slideLayout" Target="../slideLayouts/slideLayout315.xml"/><Relationship Id="rId9" Type="http://schemas.openxmlformats.org/officeDocument/2006/relationships/slideLayout" Target="../slideLayouts/slideLayout320.xml"/><Relationship Id="rId14" Type="http://schemas.openxmlformats.org/officeDocument/2006/relationships/slideLayout" Target="../slideLayouts/slideLayout325.xml"/><Relationship Id="rId22" Type="http://schemas.openxmlformats.org/officeDocument/2006/relationships/slideLayout" Target="../slideLayouts/slideLayout333.xml"/><Relationship Id="rId27" Type="http://schemas.openxmlformats.org/officeDocument/2006/relationships/slideLayout" Target="../slideLayouts/slideLayout338.xml"/><Relationship Id="rId30" Type="http://schemas.openxmlformats.org/officeDocument/2006/relationships/theme" Target="../theme/theme11.xml"/><Relationship Id="rId8" Type="http://schemas.openxmlformats.org/officeDocument/2006/relationships/slideLayout" Target="../slideLayouts/slideLayout319.xml"/></Relationships>
</file>

<file path=ppt/slideMasters/_rels/slideMaster1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53.xml"/><Relationship Id="rId18" Type="http://schemas.openxmlformats.org/officeDocument/2006/relationships/slideLayout" Target="../slideLayouts/slideLayout358.xml"/><Relationship Id="rId26" Type="http://schemas.openxmlformats.org/officeDocument/2006/relationships/slideLayout" Target="../slideLayouts/slideLayout366.xml"/><Relationship Id="rId3" Type="http://schemas.openxmlformats.org/officeDocument/2006/relationships/slideLayout" Target="../slideLayouts/slideLayout343.xml"/><Relationship Id="rId21" Type="http://schemas.openxmlformats.org/officeDocument/2006/relationships/slideLayout" Target="../slideLayouts/slideLayout361.xml"/><Relationship Id="rId34" Type="http://schemas.openxmlformats.org/officeDocument/2006/relationships/image" Target="../media/image3.emf"/><Relationship Id="rId7" Type="http://schemas.openxmlformats.org/officeDocument/2006/relationships/slideLayout" Target="../slideLayouts/slideLayout347.xml"/><Relationship Id="rId12" Type="http://schemas.openxmlformats.org/officeDocument/2006/relationships/slideLayout" Target="../slideLayouts/slideLayout352.xml"/><Relationship Id="rId17" Type="http://schemas.openxmlformats.org/officeDocument/2006/relationships/slideLayout" Target="../slideLayouts/slideLayout357.xml"/><Relationship Id="rId25" Type="http://schemas.openxmlformats.org/officeDocument/2006/relationships/slideLayout" Target="../slideLayouts/slideLayout365.xml"/><Relationship Id="rId33" Type="http://schemas.openxmlformats.org/officeDocument/2006/relationships/image" Target="../media/image10.emf"/><Relationship Id="rId2" Type="http://schemas.openxmlformats.org/officeDocument/2006/relationships/slideLayout" Target="../slideLayouts/slideLayout342.xml"/><Relationship Id="rId16" Type="http://schemas.openxmlformats.org/officeDocument/2006/relationships/slideLayout" Target="../slideLayouts/slideLayout356.xml"/><Relationship Id="rId20" Type="http://schemas.openxmlformats.org/officeDocument/2006/relationships/slideLayout" Target="../slideLayouts/slideLayout360.xml"/><Relationship Id="rId29" Type="http://schemas.openxmlformats.org/officeDocument/2006/relationships/slideLayout" Target="../slideLayouts/slideLayout369.xml"/><Relationship Id="rId1" Type="http://schemas.openxmlformats.org/officeDocument/2006/relationships/slideLayout" Target="../slideLayouts/slideLayout341.xml"/><Relationship Id="rId6" Type="http://schemas.openxmlformats.org/officeDocument/2006/relationships/slideLayout" Target="../slideLayouts/slideLayout346.xml"/><Relationship Id="rId11" Type="http://schemas.openxmlformats.org/officeDocument/2006/relationships/slideLayout" Target="../slideLayouts/slideLayout351.xml"/><Relationship Id="rId24" Type="http://schemas.openxmlformats.org/officeDocument/2006/relationships/slideLayout" Target="../slideLayouts/slideLayout364.xml"/><Relationship Id="rId32" Type="http://schemas.openxmlformats.org/officeDocument/2006/relationships/oleObject" Target="../embeddings/oleObject68.bin"/><Relationship Id="rId5" Type="http://schemas.openxmlformats.org/officeDocument/2006/relationships/slideLayout" Target="../slideLayouts/slideLayout345.xml"/><Relationship Id="rId15" Type="http://schemas.openxmlformats.org/officeDocument/2006/relationships/slideLayout" Target="../slideLayouts/slideLayout355.xml"/><Relationship Id="rId23" Type="http://schemas.openxmlformats.org/officeDocument/2006/relationships/slideLayout" Target="../slideLayouts/slideLayout363.xml"/><Relationship Id="rId28" Type="http://schemas.openxmlformats.org/officeDocument/2006/relationships/slideLayout" Target="../slideLayouts/slideLayout368.xml"/><Relationship Id="rId10" Type="http://schemas.openxmlformats.org/officeDocument/2006/relationships/slideLayout" Target="../slideLayouts/slideLayout350.xml"/><Relationship Id="rId19" Type="http://schemas.openxmlformats.org/officeDocument/2006/relationships/slideLayout" Target="../slideLayouts/slideLayout359.xml"/><Relationship Id="rId31" Type="http://schemas.openxmlformats.org/officeDocument/2006/relationships/tags" Target="../tags/tag131.xml"/><Relationship Id="rId4" Type="http://schemas.openxmlformats.org/officeDocument/2006/relationships/slideLayout" Target="../slideLayouts/slideLayout344.xml"/><Relationship Id="rId9" Type="http://schemas.openxmlformats.org/officeDocument/2006/relationships/slideLayout" Target="../slideLayouts/slideLayout349.xml"/><Relationship Id="rId14" Type="http://schemas.openxmlformats.org/officeDocument/2006/relationships/slideLayout" Target="../slideLayouts/slideLayout354.xml"/><Relationship Id="rId22" Type="http://schemas.openxmlformats.org/officeDocument/2006/relationships/slideLayout" Target="../slideLayouts/slideLayout362.xml"/><Relationship Id="rId27" Type="http://schemas.openxmlformats.org/officeDocument/2006/relationships/slideLayout" Target="../slideLayouts/slideLayout367.xml"/><Relationship Id="rId30" Type="http://schemas.openxmlformats.org/officeDocument/2006/relationships/theme" Target="../theme/theme12.xml"/><Relationship Id="rId8" Type="http://schemas.openxmlformats.org/officeDocument/2006/relationships/slideLayout" Target="../slideLayouts/slideLayout348.xml"/></Relationships>
</file>

<file path=ppt/slideMasters/_rels/slideMaster1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82.xml"/><Relationship Id="rId18" Type="http://schemas.openxmlformats.org/officeDocument/2006/relationships/slideLayout" Target="../slideLayouts/slideLayout387.xml"/><Relationship Id="rId26" Type="http://schemas.openxmlformats.org/officeDocument/2006/relationships/slideLayout" Target="../slideLayouts/slideLayout395.xml"/><Relationship Id="rId3" Type="http://schemas.openxmlformats.org/officeDocument/2006/relationships/slideLayout" Target="../slideLayouts/slideLayout372.xml"/><Relationship Id="rId21" Type="http://schemas.openxmlformats.org/officeDocument/2006/relationships/slideLayout" Target="../slideLayouts/slideLayout390.xml"/><Relationship Id="rId34" Type="http://schemas.openxmlformats.org/officeDocument/2006/relationships/image" Target="../media/image3.emf"/><Relationship Id="rId7" Type="http://schemas.openxmlformats.org/officeDocument/2006/relationships/slideLayout" Target="../slideLayouts/slideLayout376.xml"/><Relationship Id="rId12" Type="http://schemas.openxmlformats.org/officeDocument/2006/relationships/slideLayout" Target="../slideLayouts/slideLayout381.xml"/><Relationship Id="rId17" Type="http://schemas.openxmlformats.org/officeDocument/2006/relationships/slideLayout" Target="../slideLayouts/slideLayout386.xml"/><Relationship Id="rId25" Type="http://schemas.openxmlformats.org/officeDocument/2006/relationships/slideLayout" Target="../slideLayouts/slideLayout394.xml"/><Relationship Id="rId33" Type="http://schemas.openxmlformats.org/officeDocument/2006/relationships/image" Target="../media/image1.emf"/><Relationship Id="rId2" Type="http://schemas.openxmlformats.org/officeDocument/2006/relationships/slideLayout" Target="../slideLayouts/slideLayout371.xml"/><Relationship Id="rId16" Type="http://schemas.openxmlformats.org/officeDocument/2006/relationships/slideLayout" Target="../slideLayouts/slideLayout385.xml"/><Relationship Id="rId20" Type="http://schemas.openxmlformats.org/officeDocument/2006/relationships/slideLayout" Target="../slideLayouts/slideLayout389.xml"/><Relationship Id="rId29" Type="http://schemas.openxmlformats.org/officeDocument/2006/relationships/slideLayout" Target="../slideLayouts/slideLayout398.xml"/><Relationship Id="rId1" Type="http://schemas.openxmlformats.org/officeDocument/2006/relationships/slideLayout" Target="../slideLayouts/slideLayout370.xml"/><Relationship Id="rId6" Type="http://schemas.openxmlformats.org/officeDocument/2006/relationships/slideLayout" Target="../slideLayouts/slideLayout375.xml"/><Relationship Id="rId11" Type="http://schemas.openxmlformats.org/officeDocument/2006/relationships/slideLayout" Target="../slideLayouts/slideLayout380.xml"/><Relationship Id="rId24" Type="http://schemas.openxmlformats.org/officeDocument/2006/relationships/slideLayout" Target="../slideLayouts/slideLayout393.xml"/><Relationship Id="rId32" Type="http://schemas.openxmlformats.org/officeDocument/2006/relationships/oleObject" Target="../embeddings/oleObject6.bin"/><Relationship Id="rId5" Type="http://schemas.openxmlformats.org/officeDocument/2006/relationships/slideLayout" Target="../slideLayouts/slideLayout374.xml"/><Relationship Id="rId15" Type="http://schemas.openxmlformats.org/officeDocument/2006/relationships/slideLayout" Target="../slideLayouts/slideLayout384.xml"/><Relationship Id="rId23" Type="http://schemas.openxmlformats.org/officeDocument/2006/relationships/slideLayout" Target="../slideLayouts/slideLayout392.xml"/><Relationship Id="rId28" Type="http://schemas.openxmlformats.org/officeDocument/2006/relationships/slideLayout" Target="../slideLayouts/slideLayout397.xml"/><Relationship Id="rId10" Type="http://schemas.openxmlformats.org/officeDocument/2006/relationships/slideLayout" Target="../slideLayouts/slideLayout379.xml"/><Relationship Id="rId19" Type="http://schemas.openxmlformats.org/officeDocument/2006/relationships/slideLayout" Target="../slideLayouts/slideLayout388.xml"/><Relationship Id="rId31" Type="http://schemas.openxmlformats.org/officeDocument/2006/relationships/tags" Target="../tags/tag161.xml"/><Relationship Id="rId4" Type="http://schemas.openxmlformats.org/officeDocument/2006/relationships/slideLayout" Target="../slideLayouts/slideLayout373.xml"/><Relationship Id="rId9" Type="http://schemas.openxmlformats.org/officeDocument/2006/relationships/slideLayout" Target="../slideLayouts/slideLayout378.xml"/><Relationship Id="rId14" Type="http://schemas.openxmlformats.org/officeDocument/2006/relationships/slideLayout" Target="../slideLayouts/slideLayout383.xml"/><Relationship Id="rId22" Type="http://schemas.openxmlformats.org/officeDocument/2006/relationships/slideLayout" Target="../slideLayouts/slideLayout391.xml"/><Relationship Id="rId27" Type="http://schemas.openxmlformats.org/officeDocument/2006/relationships/slideLayout" Target="../slideLayouts/slideLayout396.xml"/><Relationship Id="rId30" Type="http://schemas.openxmlformats.org/officeDocument/2006/relationships/theme" Target="../theme/theme13.xml"/><Relationship Id="rId8" Type="http://schemas.openxmlformats.org/officeDocument/2006/relationships/slideLayout" Target="../slideLayouts/slideLayout377.xml"/></Relationships>
</file>

<file path=ppt/slideMasters/_rels/slideMaster1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11.xml"/><Relationship Id="rId18" Type="http://schemas.openxmlformats.org/officeDocument/2006/relationships/slideLayout" Target="../slideLayouts/slideLayout416.xml"/><Relationship Id="rId26" Type="http://schemas.openxmlformats.org/officeDocument/2006/relationships/slideLayout" Target="../slideLayouts/slideLayout424.xml"/><Relationship Id="rId3" Type="http://schemas.openxmlformats.org/officeDocument/2006/relationships/slideLayout" Target="../slideLayouts/slideLayout401.xml"/><Relationship Id="rId21" Type="http://schemas.openxmlformats.org/officeDocument/2006/relationships/slideLayout" Target="../slideLayouts/slideLayout419.xml"/><Relationship Id="rId34" Type="http://schemas.openxmlformats.org/officeDocument/2006/relationships/image" Target="../media/image11.png"/><Relationship Id="rId7" Type="http://schemas.openxmlformats.org/officeDocument/2006/relationships/slideLayout" Target="../slideLayouts/slideLayout405.xml"/><Relationship Id="rId12" Type="http://schemas.openxmlformats.org/officeDocument/2006/relationships/slideLayout" Target="../slideLayouts/slideLayout410.xml"/><Relationship Id="rId17" Type="http://schemas.openxmlformats.org/officeDocument/2006/relationships/slideLayout" Target="../slideLayouts/slideLayout415.xml"/><Relationship Id="rId25" Type="http://schemas.openxmlformats.org/officeDocument/2006/relationships/slideLayout" Target="../slideLayouts/slideLayout423.xml"/><Relationship Id="rId33" Type="http://schemas.openxmlformats.org/officeDocument/2006/relationships/image" Target="../media/image10.emf"/><Relationship Id="rId2" Type="http://schemas.openxmlformats.org/officeDocument/2006/relationships/slideLayout" Target="../slideLayouts/slideLayout400.xml"/><Relationship Id="rId16" Type="http://schemas.openxmlformats.org/officeDocument/2006/relationships/slideLayout" Target="../slideLayouts/slideLayout414.xml"/><Relationship Id="rId20" Type="http://schemas.openxmlformats.org/officeDocument/2006/relationships/slideLayout" Target="../slideLayouts/slideLayout418.xml"/><Relationship Id="rId29" Type="http://schemas.openxmlformats.org/officeDocument/2006/relationships/slideLayout" Target="../slideLayouts/slideLayout427.xml"/><Relationship Id="rId1" Type="http://schemas.openxmlformats.org/officeDocument/2006/relationships/slideLayout" Target="../slideLayouts/slideLayout399.xml"/><Relationship Id="rId6" Type="http://schemas.openxmlformats.org/officeDocument/2006/relationships/slideLayout" Target="../slideLayouts/slideLayout404.xml"/><Relationship Id="rId11" Type="http://schemas.openxmlformats.org/officeDocument/2006/relationships/slideLayout" Target="../slideLayouts/slideLayout409.xml"/><Relationship Id="rId24" Type="http://schemas.openxmlformats.org/officeDocument/2006/relationships/slideLayout" Target="../slideLayouts/slideLayout422.xml"/><Relationship Id="rId32" Type="http://schemas.openxmlformats.org/officeDocument/2006/relationships/oleObject" Target="../embeddings/oleObject98.bin"/><Relationship Id="rId5" Type="http://schemas.openxmlformats.org/officeDocument/2006/relationships/slideLayout" Target="../slideLayouts/slideLayout403.xml"/><Relationship Id="rId15" Type="http://schemas.openxmlformats.org/officeDocument/2006/relationships/slideLayout" Target="../slideLayouts/slideLayout413.xml"/><Relationship Id="rId23" Type="http://schemas.openxmlformats.org/officeDocument/2006/relationships/slideLayout" Target="../slideLayouts/slideLayout421.xml"/><Relationship Id="rId28" Type="http://schemas.openxmlformats.org/officeDocument/2006/relationships/slideLayout" Target="../slideLayouts/slideLayout426.xml"/><Relationship Id="rId10" Type="http://schemas.openxmlformats.org/officeDocument/2006/relationships/slideLayout" Target="../slideLayouts/slideLayout408.xml"/><Relationship Id="rId19" Type="http://schemas.openxmlformats.org/officeDocument/2006/relationships/slideLayout" Target="../slideLayouts/slideLayout417.xml"/><Relationship Id="rId31" Type="http://schemas.openxmlformats.org/officeDocument/2006/relationships/tags" Target="../tags/tag191.xml"/><Relationship Id="rId4" Type="http://schemas.openxmlformats.org/officeDocument/2006/relationships/slideLayout" Target="../slideLayouts/slideLayout402.xml"/><Relationship Id="rId9" Type="http://schemas.openxmlformats.org/officeDocument/2006/relationships/slideLayout" Target="../slideLayouts/slideLayout407.xml"/><Relationship Id="rId14" Type="http://schemas.openxmlformats.org/officeDocument/2006/relationships/slideLayout" Target="../slideLayouts/slideLayout412.xml"/><Relationship Id="rId22" Type="http://schemas.openxmlformats.org/officeDocument/2006/relationships/slideLayout" Target="../slideLayouts/slideLayout420.xml"/><Relationship Id="rId27" Type="http://schemas.openxmlformats.org/officeDocument/2006/relationships/slideLayout" Target="../slideLayouts/slideLayout425.xml"/><Relationship Id="rId30" Type="http://schemas.openxmlformats.org/officeDocument/2006/relationships/theme" Target="../theme/theme14.xml"/><Relationship Id="rId8" Type="http://schemas.openxmlformats.org/officeDocument/2006/relationships/slideLayout" Target="../slideLayouts/slideLayout406.xml"/></Relationships>
</file>

<file path=ppt/slideMasters/_rels/slideMaster15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0.xml"/><Relationship Id="rId18" Type="http://schemas.openxmlformats.org/officeDocument/2006/relationships/slideLayout" Target="../slideLayouts/slideLayout445.xml"/><Relationship Id="rId26" Type="http://schemas.openxmlformats.org/officeDocument/2006/relationships/slideLayout" Target="../slideLayouts/slideLayout453.xml"/><Relationship Id="rId3" Type="http://schemas.openxmlformats.org/officeDocument/2006/relationships/slideLayout" Target="../slideLayouts/slideLayout430.xml"/><Relationship Id="rId21" Type="http://schemas.openxmlformats.org/officeDocument/2006/relationships/slideLayout" Target="../slideLayouts/slideLayout448.xml"/><Relationship Id="rId34" Type="http://schemas.openxmlformats.org/officeDocument/2006/relationships/image" Target="../media/image3.emf"/><Relationship Id="rId7" Type="http://schemas.openxmlformats.org/officeDocument/2006/relationships/slideLayout" Target="../slideLayouts/slideLayout434.xml"/><Relationship Id="rId12" Type="http://schemas.openxmlformats.org/officeDocument/2006/relationships/slideLayout" Target="../slideLayouts/slideLayout439.xml"/><Relationship Id="rId17" Type="http://schemas.openxmlformats.org/officeDocument/2006/relationships/slideLayout" Target="../slideLayouts/slideLayout444.xml"/><Relationship Id="rId25" Type="http://schemas.openxmlformats.org/officeDocument/2006/relationships/slideLayout" Target="../slideLayouts/slideLayout452.xml"/><Relationship Id="rId33" Type="http://schemas.openxmlformats.org/officeDocument/2006/relationships/image" Target="../media/image10.emf"/><Relationship Id="rId2" Type="http://schemas.openxmlformats.org/officeDocument/2006/relationships/slideLayout" Target="../slideLayouts/slideLayout429.xml"/><Relationship Id="rId16" Type="http://schemas.openxmlformats.org/officeDocument/2006/relationships/slideLayout" Target="../slideLayouts/slideLayout443.xml"/><Relationship Id="rId20" Type="http://schemas.openxmlformats.org/officeDocument/2006/relationships/slideLayout" Target="../slideLayouts/slideLayout447.xml"/><Relationship Id="rId29" Type="http://schemas.openxmlformats.org/officeDocument/2006/relationships/slideLayout" Target="../slideLayouts/slideLayout456.xml"/><Relationship Id="rId1" Type="http://schemas.openxmlformats.org/officeDocument/2006/relationships/slideLayout" Target="../slideLayouts/slideLayout428.xml"/><Relationship Id="rId6" Type="http://schemas.openxmlformats.org/officeDocument/2006/relationships/slideLayout" Target="../slideLayouts/slideLayout433.xml"/><Relationship Id="rId11" Type="http://schemas.openxmlformats.org/officeDocument/2006/relationships/slideLayout" Target="../slideLayouts/slideLayout438.xml"/><Relationship Id="rId24" Type="http://schemas.openxmlformats.org/officeDocument/2006/relationships/slideLayout" Target="../slideLayouts/slideLayout451.xml"/><Relationship Id="rId32" Type="http://schemas.openxmlformats.org/officeDocument/2006/relationships/oleObject" Target="../embeddings/oleObject128.bin"/><Relationship Id="rId5" Type="http://schemas.openxmlformats.org/officeDocument/2006/relationships/slideLayout" Target="../slideLayouts/slideLayout432.xml"/><Relationship Id="rId15" Type="http://schemas.openxmlformats.org/officeDocument/2006/relationships/slideLayout" Target="../slideLayouts/slideLayout442.xml"/><Relationship Id="rId23" Type="http://schemas.openxmlformats.org/officeDocument/2006/relationships/slideLayout" Target="../slideLayouts/slideLayout450.xml"/><Relationship Id="rId28" Type="http://schemas.openxmlformats.org/officeDocument/2006/relationships/slideLayout" Target="../slideLayouts/slideLayout455.xml"/><Relationship Id="rId10" Type="http://schemas.openxmlformats.org/officeDocument/2006/relationships/slideLayout" Target="../slideLayouts/slideLayout437.xml"/><Relationship Id="rId19" Type="http://schemas.openxmlformats.org/officeDocument/2006/relationships/slideLayout" Target="../slideLayouts/slideLayout446.xml"/><Relationship Id="rId31" Type="http://schemas.openxmlformats.org/officeDocument/2006/relationships/tags" Target="../tags/tag221.xml"/><Relationship Id="rId4" Type="http://schemas.openxmlformats.org/officeDocument/2006/relationships/slideLayout" Target="../slideLayouts/slideLayout431.xml"/><Relationship Id="rId9" Type="http://schemas.openxmlformats.org/officeDocument/2006/relationships/slideLayout" Target="../slideLayouts/slideLayout436.xml"/><Relationship Id="rId14" Type="http://schemas.openxmlformats.org/officeDocument/2006/relationships/slideLayout" Target="../slideLayouts/slideLayout441.xml"/><Relationship Id="rId22" Type="http://schemas.openxmlformats.org/officeDocument/2006/relationships/slideLayout" Target="../slideLayouts/slideLayout449.xml"/><Relationship Id="rId27" Type="http://schemas.openxmlformats.org/officeDocument/2006/relationships/slideLayout" Target="../slideLayouts/slideLayout454.xml"/><Relationship Id="rId30" Type="http://schemas.openxmlformats.org/officeDocument/2006/relationships/theme" Target="../theme/theme15.xml"/><Relationship Id="rId8" Type="http://schemas.openxmlformats.org/officeDocument/2006/relationships/slideLayout" Target="../slideLayouts/slideLayout435.xml"/></Relationships>
</file>

<file path=ppt/slideMasters/_rels/slideMaster16.xml.rels><?xml version="1.0" encoding="UTF-8" standalone="yes"?>
<Relationships xmlns="http://schemas.openxmlformats.org/package/2006/relationships"><Relationship Id="rId3" Type="http://schemas.openxmlformats.org/officeDocument/2006/relationships/tags" Target="../tags/tag251.xml"/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457.xml"/><Relationship Id="rId6" Type="http://schemas.openxmlformats.org/officeDocument/2006/relationships/image" Target="../media/image11.png"/><Relationship Id="rId5" Type="http://schemas.openxmlformats.org/officeDocument/2006/relationships/image" Target="../media/image10.emf"/><Relationship Id="rId4" Type="http://schemas.openxmlformats.org/officeDocument/2006/relationships/oleObject" Target="../embeddings/oleObject98.bin"/></Relationships>
</file>

<file path=ppt/slideMasters/_rels/slideMaster17.xml.rels><?xml version="1.0" encoding="UTF-8" standalone="yes"?>
<Relationships xmlns="http://schemas.openxmlformats.org/package/2006/relationships"><Relationship Id="rId3" Type="http://schemas.openxmlformats.org/officeDocument/2006/relationships/tags" Target="../tags/tag253.xml"/><Relationship Id="rId2" Type="http://schemas.openxmlformats.org/officeDocument/2006/relationships/theme" Target="../theme/theme17.xml"/><Relationship Id="rId1" Type="http://schemas.openxmlformats.org/officeDocument/2006/relationships/slideLayout" Target="../slideLayouts/slideLayout458.xml"/><Relationship Id="rId6" Type="http://schemas.openxmlformats.org/officeDocument/2006/relationships/image" Target="../media/image11.png"/><Relationship Id="rId5" Type="http://schemas.openxmlformats.org/officeDocument/2006/relationships/image" Target="../media/image10.emf"/><Relationship Id="rId4" Type="http://schemas.openxmlformats.org/officeDocument/2006/relationships/oleObject" Target="../embeddings/oleObject98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034FD210-A229-409B-9DE2-5F6CF7A6626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2"/>
            </p:custDataLst>
            <p:extLst>
              <p:ext uri="{D42A27DB-BD31-4B8C-83A1-F6EECF244321}">
                <p14:modId xmlns:p14="http://schemas.microsoft.com/office/powerpoint/2010/main" val="304316686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3" imgW="395" imgH="394" progId="TCLayout.ActiveDocument.1">
                  <p:embed/>
                </p:oleObj>
              </mc:Choice>
              <mc:Fallback>
                <p:oleObj name="think-cell Folie" r:id="rId33" imgW="395" imgH="394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034FD210-A229-409B-9DE2-5F6CF7A662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Grafik 8">
            <a:extLst>
              <a:ext uri="{FF2B5EF4-FFF2-40B4-BE49-F238E27FC236}">
                <a16:creationId xmlns:a16="http://schemas.microsoft.com/office/drawing/2014/main" id="{2CB8DADF-8947-4D02-B08B-8D4F66CC1CBB}"/>
              </a:ext>
            </a:extLst>
          </p:cNvPr>
          <p:cNvPicPr>
            <a:picLocks noChangeAspect="1"/>
          </p:cNvPicPr>
          <p:nvPr userDrawn="1"/>
        </p:nvPicPr>
        <p:blipFill>
          <a:blip r:embed="rId3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 dirty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0"/>
            <a:endParaRPr lang="en-US" noProof="0" dirty="0"/>
          </a:p>
          <a:p>
            <a:pPr lvl="0"/>
            <a:r>
              <a:rPr lang="en-US" noProof="0" dirty="0"/>
              <a:t>ZWISCHENTITEL MIT GROSSBUCHSTABEN IN «AVERTA BOLD»</a:t>
            </a:r>
          </a:p>
          <a:p>
            <a:pPr lvl="0"/>
            <a:endParaRPr lang="en-US" noProof="0" dirty="0"/>
          </a:p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fld id="{0CACB697-D327-402B-8E6D-B0492355C40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r>
              <a:rPr lang="en-US" dirty="0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9F9C415-F2DE-4582-BEC9-A9BFACBDC8B6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63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99" r:id="rId3"/>
    <p:sldLayoutId id="2147483694" r:id="rId4"/>
    <p:sldLayoutId id="2147483672" r:id="rId5"/>
    <p:sldLayoutId id="2147483673" r:id="rId6"/>
    <p:sldLayoutId id="2147483675" r:id="rId7"/>
    <p:sldLayoutId id="2147483674" r:id="rId8"/>
    <p:sldLayoutId id="2147483667" r:id="rId9"/>
    <p:sldLayoutId id="2147483659" r:id="rId10"/>
    <p:sldLayoutId id="2147483681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90" r:id="rId18"/>
    <p:sldLayoutId id="2147483679" r:id="rId19"/>
    <p:sldLayoutId id="2147483680" r:id="rId20"/>
    <p:sldLayoutId id="2147483700" r:id="rId21"/>
    <p:sldLayoutId id="2147483701" r:id="rId22"/>
    <p:sldLayoutId id="2147483697" r:id="rId23"/>
    <p:sldLayoutId id="2147483698" r:id="rId24"/>
    <p:sldLayoutId id="2147483691" r:id="rId25"/>
    <p:sldLayoutId id="2147483693" r:id="rId26"/>
    <p:sldLayoutId id="2147483695" r:id="rId27"/>
    <p:sldLayoutId id="2147483696" r:id="rId28"/>
    <p:sldLayoutId id="2147483663" r:id="rId29"/>
    <p:sldLayoutId id="2147483670" r:id="rId30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F64BC8D0-9CDE-4B66-9D23-90AA86E7CB6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3"/>
            </p:custDataLst>
            <p:extLst>
              <p:ext uri="{D42A27DB-BD31-4B8C-83A1-F6EECF244321}">
                <p14:modId xmlns:p14="http://schemas.microsoft.com/office/powerpoint/2010/main" val="211934980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4" imgW="395" imgH="394" progId="TCLayout.ActiveDocument.1">
                  <p:embed/>
                </p:oleObj>
              </mc:Choice>
              <mc:Fallback>
                <p:oleObj name="think-cell Folie" r:id="rId34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F64BC8D0-9CDE-4B66-9D23-90AA86E7CB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 dirty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0"/>
            <a:endParaRPr lang="en-US" noProof="0" dirty="0"/>
          </a:p>
          <a:p>
            <a:pPr lvl="0"/>
            <a:r>
              <a:rPr lang="en-US" noProof="0" dirty="0"/>
              <a:t>ZWISCHENTITEL MIT GROSSBUCHSTABEN IN «AVERTA BOLD»</a:t>
            </a:r>
          </a:p>
          <a:p>
            <a:pPr lvl="0"/>
            <a:endParaRPr lang="en-US" noProof="0" dirty="0"/>
          </a:p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fld id="{48B17E18-C1FC-41E8-B906-8E25CC3B26F8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r>
              <a:rPr lang="en-US" dirty="0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C85519B9-F49F-4219-8CBF-1E915BC9EAA6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72024" y="352808"/>
            <a:ext cx="598263" cy="194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66C2844E-2C1E-48F3-8A68-5A27A2CCD476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542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72" r:id="rId3"/>
    <p:sldLayoutId id="2147483745" r:id="rId4"/>
    <p:sldLayoutId id="2147483744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  <p:sldLayoutId id="2147483753" r:id="rId13"/>
    <p:sldLayoutId id="2147483754" r:id="rId14"/>
    <p:sldLayoutId id="2147483755" r:id="rId15"/>
    <p:sldLayoutId id="2147483756" r:id="rId16"/>
    <p:sldLayoutId id="2147483757" r:id="rId17"/>
    <p:sldLayoutId id="2147483758" r:id="rId18"/>
    <p:sldLayoutId id="2147483759" r:id="rId19"/>
    <p:sldLayoutId id="2147483760" r:id="rId20"/>
    <p:sldLayoutId id="2147483761" r:id="rId21"/>
    <p:sldLayoutId id="2147483762" r:id="rId22"/>
    <p:sldLayoutId id="2147483763" r:id="rId23"/>
    <p:sldLayoutId id="2147483764" r:id="rId24"/>
    <p:sldLayoutId id="2147483765" r:id="rId25"/>
    <p:sldLayoutId id="2147483766" r:id="rId26"/>
    <p:sldLayoutId id="2147483767" r:id="rId27"/>
    <p:sldLayoutId id="2147483768" r:id="rId28"/>
    <p:sldLayoutId id="2147483769" r:id="rId29"/>
    <p:sldLayoutId id="2147483770" r:id="rId30"/>
    <p:sldLayoutId id="2147483771" r:id="rId3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kt 9" hidden="1">
            <a:extLst>
              <a:ext uri="{FF2B5EF4-FFF2-40B4-BE49-F238E27FC236}">
                <a16:creationId xmlns:a16="http://schemas.microsoft.com/office/drawing/2014/main" id="{49B27F06-863C-4EAD-9057-BD9FC27287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2"/>
            </p:custDataLst>
            <p:extLst>
              <p:ext uri="{D42A27DB-BD31-4B8C-83A1-F6EECF244321}">
                <p14:modId xmlns:p14="http://schemas.microsoft.com/office/powerpoint/2010/main" val="919208893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3" imgW="395" imgH="394" progId="TCLayout.ActiveDocument.1">
                  <p:embed/>
                </p:oleObj>
              </mc:Choice>
              <mc:Fallback>
                <p:oleObj name="think-cell Folie" r:id="rId43" imgW="395" imgH="394" progId="TCLayout.ActiveDocument.1">
                  <p:embed/>
                  <p:pic>
                    <p:nvPicPr>
                      <p:cNvPr id="10" name="Objekt 9" hidden="1">
                        <a:extLst>
                          <a:ext uri="{FF2B5EF4-FFF2-40B4-BE49-F238E27FC236}">
                            <a16:creationId xmlns:a16="http://schemas.microsoft.com/office/drawing/2014/main" id="{49B27F06-863C-4EAD-9057-BD9FC27287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 dirty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0"/>
            <a:endParaRPr lang="en-US" noProof="0" dirty="0"/>
          </a:p>
          <a:p>
            <a:pPr lvl="0"/>
            <a:r>
              <a:rPr lang="en-US" noProof="0" dirty="0"/>
              <a:t>ZWISCHENTITEL MIT GROSSBUCHSTABEN IN «AVERTA BOLD»</a:t>
            </a:r>
          </a:p>
          <a:p>
            <a:pPr lvl="0"/>
            <a:endParaRPr lang="en-US" noProof="0" dirty="0"/>
          </a:p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fld id="{BC30678F-C8A4-4505-8EA0-90D7492FBDAA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r>
              <a:rPr lang="en-US" dirty="0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E88F43F-5CBB-4DCD-BDB9-A3C4E3B22B30}"/>
              </a:ext>
            </a:extLst>
          </p:cNvPr>
          <p:cNvPicPr>
            <a:picLocks noChangeAspect="1"/>
          </p:cNvPicPr>
          <p:nvPr userDrawn="1"/>
        </p:nvPicPr>
        <p:blipFill>
          <a:blip r:embed="rId4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356906" y="352616"/>
            <a:ext cx="513380" cy="194399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9FD2AED-6CB8-4FB4-94CA-BA12952FBDBA}"/>
              </a:ext>
            </a:extLst>
          </p:cNvPr>
          <p:cNvSpPr txBox="1"/>
          <p:nvPr userDrawn="1"/>
        </p:nvSpPr>
        <p:spPr>
          <a:xfrm>
            <a:off x="8080346" y="6525580"/>
            <a:ext cx="1102866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CH" sz="900" dirty="0">
                <a:solidFill>
                  <a:schemeClr val="accent5"/>
                </a:solidFill>
              </a:rPr>
              <a:t>© 2021 HUGO BOSS</a:t>
            </a:r>
          </a:p>
        </p:txBody>
      </p:sp>
    </p:spTree>
    <p:extLst>
      <p:ext uri="{BB962C8B-B14F-4D97-AF65-F5344CB8AC3E}">
        <p14:creationId xmlns:p14="http://schemas.microsoft.com/office/powerpoint/2010/main" val="3558826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33" r:id="rId2"/>
    <p:sldLayoutId id="2147483734" r:id="rId3"/>
    <p:sldLayoutId id="2147483704" r:id="rId4"/>
    <p:sldLayoutId id="2147483735" r:id="rId5"/>
    <p:sldLayoutId id="2147483736" r:id="rId6"/>
    <p:sldLayoutId id="2147483705" r:id="rId7"/>
    <p:sldLayoutId id="2147483706" r:id="rId8"/>
    <p:sldLayoutId id="2147483707" r:id="rId9"/>
    <p:sldLayoutId id="2147483825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  <p:sldLayoutId id="2147483739" r:id="rId23"/>
    <p:sldLayoutId id="2147483720" r:id="rId24"/>
    <p:sldLayoutId id="2147483721" r:id="rId25"/>
    <p:sldLayoutId id="2147483738" r:id="rId26"/>
    <p:sldLayoutId id="2147483722" r:id="rId27"/>
    <p:sldLayoutId id="2147483723" r:id="rId28"/>
    <p:sldLayoutId id="2147483724" r:id="rId29"/>
    <p:sldLayoutId id="2147483725" r:id="rId30"/>
    <p:sldLayoutId id="2147483737" r:id="rId31"/>
    <p:sldLayoutId id="2147483726" r:id="rId32"/>
    <p:sldLayoutId id="2147483727" r:id="rId33"/>
    <p:sldLayoutId id="2147483826" r:id="rId34"/>
    <p:sldLayoutId id="2147483728" r:id="rId35"/>
    <p:sldLayoutId id="2147483740" r:id="rId36"/>
    <p:sldLayoutId id="2147483729" r:id="rId37"/>
    <p:sldLayoutId id="2147483730" r:id="rId38"/>
    <p:sldLayoutId id="2147483731" r:id="rId39"/>
    <p:sldLayoutId id="2147483732" r:id="rId40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830655B4-A507-401A-BFE6-2C4BC562759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2"/>
            </p:custDataLst>
            <p:extLst>
              <p:ext uri="{D42A27DB-BD31-4B8C-83A1-F6EECF244321}">
                <p14:modId xmlns:p14="http://schemas.microsoft.com/office/powerpoint/2010/main" val="293083707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3" imgW="395" imgH="394" progId="TCLayout.ActiveDocument.1">
                  <p:embed/>
                </p:oleObj>
              </mc:Choice>
              <mc:Fallback>
                <p:oleObj name="think-cell Folie" r:id="rId33" imgW="395" imgH="394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830655B4-A507-401A-BFE6-2C4BC56275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Grafik 8">
            <a:extLst>
              <a:ext uri="{FF2B5EF4-FFF2-40B4-BE49-F238E27FC236}">
                <a16:creationId xmlns:a16="http://schemas.microsoft.com/office/drawing/2014/main" id="{2CB8DADF-8947-4D02-B08B-8D4F66CC1CBB}"/>
              </a:ext>
            </a:extLst>
          </p:cNvPr>
          <p:cNvPicPr>
            <a:picLocks noChangeAspect="1"/>
          </p:cNvPicPr>
          <p:nvPr userDrawn="1"/>
        </p:nvPicPr>
        <p:blipFill>
          <a:blip r:embed="rId3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 dirty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0"/>
            <a:endParaRPr lang="en-US" noProof="0" dirty="0"/>
          </a:p>
          <a:p>
            <a:pPr lvl="0"/>
            <a:r>
              <a:rPr lang="en-US" noProof="0" dirty="0"/>
              <a:t>ZWISCHENTITEL MIT GROSSBUCHSTABEN IN «AVERTA BOLD»</a:t>
            </a:r>
          </a:p>
          <a:p>
            <a:pPr lvl="0"/>
            <a:endParaRPr lang="en-US" noProof="0" dirty="0"/>
          </a:p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fld id="{CA0590E6-62A9-4CDB-A600-F330ABE5C67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r>
              <a:rPr lang="en-US" dirty="0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9F9C415-F2DE-4582-BEC9-A9BFACBDC8B6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660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  <p:sldLayoutId id="2147483840" r:id="rId13"/>
    <p:sldLayoutId id="2147483841" r:id="rId14"/>
    <p:sldLayoutId id="2147483842" r:id="rId15"/>
    <p:sldLayoutId id="2147483843" r:id="rId16"/>
    <p:sldLayoutId id="2147483844" r:id="rId17"/>
    <p:sldLayoutId id="2147483845" r:id="rId18"/>
    <p:sldLayoutId id="2147483846" r:id="rId19"/>
    <p:sldLayoutId id="2147483847" r:id="rId20"/>
    <p:sldLayoutId id="2147483848" r:id="rId21"/>
    <p:sldLayoutId id="2147483849" r:id="rId22"/>
    <p:sldLayoutId id="2147483850" r:id="rId23"/>
    <p:sldLayoutId id="2147483851" r:id="rId24"/>
    <p:sldLayoutId id="2147483852" r:id="rId25"/>
    <p:sldLayoutId id="2147483853" r:id="rId26"/>
    <p:sldLayoutId id="2147483854" r:id="rId27"/>
    <p:sldLayoutId id="2147483855" r:id="rId28"/>
    <p:sldLayoutId id="2147483856" r:id="rId29"/>
    <p:sldLayoutId id="2147483857" r:id="rId30"/>
  </p:sldLayoutIdLst>
  <p:hf sldNum="0"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412EF539-5834-4784-9478-D6FB14C400E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2"/>
            </p:custDataLst>
            <p:extLst>
              <p:ext uri="{D42A27DB-BD31-4B8C-83A1-F6EECF244321}">
                <p14:modId xmlns:p14="http://schemas.microsoft.com/office/powerpoint/2010/main" val="176233094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3" imgW="395" imgH="394" progId="TCLayout.ActiveDocument.1">
                  <p:embed/>
                </p:oleObj>
              </mc:Choice>
              <mc:Fallback>
                <p:oleObj name="think-cell Folie" r:id="rId33" imgW="395" imgH="394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412EF539-5834-4784-9478-D6FB14C400E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Grafik 8">
            <a:extLst>
              <a:ext uri="{FF2B5EF4-FFF2-40B4-BE49-F238E27FC236}">
                <a16:creationId xmlns:a16="http://schemas.microsoft.com/office/drawing/2014/main" id="{2CB8DADF-8947-4D02-B08B-8D4F66CC1CBB}"/>
              </a:ext>
            </a:extLst>
          </p:cNvPr>
          <p:cNvPicPr>
            <a:picLocks noChangeAspect="1"/>
          </p:cNvPicPr>
          <p:nvPr userDrawn="1"/>
        </p:nvPicPr>
        <p:blipFill>
          <a:blip r:embed="rId3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 dirty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0"/>
            <a:endParaRPr lang="en-US" noProof="0" dirty="0"/>
          </a:p>
          <a:p>
            <a:pPr lvl="0"/>
            <a:r>
              <a:rPr lang="en-US" noProof="0" dirty="0"/>
              <a:t>ZWISCHENTITEL MIT GROSSBUCHSTABEN IN «AVERTA BOLD»</a:t>
            </a:r>
          </a:p>
          <a:p>
            <a:pPr lvl="0"/>
            <a:endParaRPr lang="en-US" noProof="0" dirty="0"/>
          </a:p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fld id="{0CACB697-D327-402B-8E6D-B0492355C40C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Footer (edit via Insert &gt; Header &amp; Footer)</a:t>
            </a:r>
            <a:endParaRPr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r>
              <a:rPr lang="en-US" dirty="0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9F9C415-F2DE-4582-BEC9-A9BFACBDC8B6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658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9" r:id="rId1"/>
    <p:sldLayoutId id="2147483860" r:id="rId2"/>
    <p:sldLayoutId id="2147483861" r:id="rId3"/>
    <p:sldLayoutId id="2147483862" r:id="rId4"/>
    <p:sldLayoutId id="2147483863" r:id="rId5"/>
    <p:sldLayoutId id="2147483864" r:id="rId6"/>
    <p:sldLayoutId id="2147483865" r:id="rId7"/>
    <p:sldLayoutId id="2147483866" r:id="rId8"/>
    <p:sldLayoutId id="2147483867" r:id="rId9"/>
    <p:sldLayoutId id="2147483868" r:id="rId10"/>
    <p:sldLayoutId id="2147483869" r:id="rId11"/>
    <p:sldLayoutId id="2147483870" r:id="rId12"/>
    <p:sldLayoutId id="2147483871" r:id="rId13"/>
    <p:sldLayoutId id="2147483872" r:id="rId14"/>
    <p:sldLayoutId id="2147483873" r:id="rId15"/>
    <p:sldLayoutId id="2147483874" r:id="rId16"/>
    <p:sldLayoutId id="2147483875" r:id="rId17"/>
    <p:sldLayoutId id="2147483876" r:id="rId18"/>
    <p:sldLayoutId id="2147483877" r:id="rId19"/>
    <p:sldLayoutId id="2147483878" r:id="rId20"/>
    <p:sldLayoutId id="2147483879" r:id="rId21"/>
    <p:sldLayoutId id="2147483880" r:id="rId22"/>
    <p:sldLayoutId id="2147483881" r:id="rId23"/>
    <p:sldLayoutId id="2147483882" r:id="rId24"/>
    <p:sldLayoutId id="2147483883" r:id="rId25"/>
    <p:sldLayoutId id="2147483884" r:id="rId26"/>
    <p:sldLayoutId id="2147483885" r:id="rId27"/>
    <p:sldLayoutId id="2147483886" r:id="rId28"/>
    <p:sldLayoutId id="2147483887" r:id="rId29"/>
    <p:sldLayoutId id="2147483888" r:id="rId30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B7EAD863-D9B1-45F6-A6A1-619E153BD3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2"/>
            </p:custDataLst>
            <p:extLst>
              <p:ext uri="{D42A27DB-BD31-4B8C-83A1-F6EECF244321}">
                <p14:modId xmlns:p14="http://schemas.microsoft.com/office/powerpoint/2010/main" val="1491480475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3" imgW="395" imgH="394" progId="TCLayout.ActiveDocument.1">
                  <p:embed/>
                </p:oleObj>
              </mc:Choice>
              <mc:Fallback>
                <p:oleObj name="think-cell Folie" r:id="rId33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B7EAD863-D9B1-45F6-A6A1-619E153BD34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0"/>
            <a:endParaRPr lang="en-US" noProof="0"/>
          </a:p>
          <a:p>
            <a:pPr lvl="0"/>
            <a:r>
              <a:rPr lang="en-US" noProof="0"/>
              <a:t>ZWISCHENTITEL MIT GROSSBUCHSTABEN IN «AVERTA BOLD»</a:t>
            </a:r>
          </a:p>
          <a:p>
            <a:pPr lvl="0"/>
            <a:endParaRPr lang="en-US" noProof="0"/>
          </a:p>
          <a:p>
            <a:pPr lvl="0"/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1"/>
            <a:r>
              <a:rPr lang="en-US" noProof="0" err="1"/>
              <a:t>Zweite</a:t>
            </a:r>
            <a:r>
              <a:rPr lang="en-US" noProof="0"/>
              <a:t> Ebene</a:t>
            </a:r>
          </a:p>
          <a:p>
            <a:pPr lvl="2"/>
            <a:r>
              <a:rPr lang="en-US" noProof="0" err="1"/>
              <a:t>Dritte</a:t>
            </a:r>
            <a:r>
              <a:rPr lang="en-US" noProof="0"/>
              <a:t> Ebene</a:t>
            </a:r>
          </a:p>
          <a:p>
            <a:pPr lvl="3"/>
            <a:r>
              <a:rPr lang="en-US" noProof="0" err="1"/>
              <a:t>Vierte</a:t>
            </a:r>
            <a:r>
              <a:rPr lang="en-US" noProof="0"/>
              <a:t> Ebene</a:t>
            </a:r>
          </a:p>
          <a:p>
            <a:pPr lvl="4"/>
            <a:r>
              <a:rPr lang="en-US" noProof="0" err="1"/>
              <a:t>Fünfte</a:t>
            </a:r>
            <a:r>
              <a:rPr lang="en-US" noProof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fld id="{E8CAC12D-DC97-4A9C-AF71-28597CCE130B}" type="datetime1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  <a:latin typeface="Averta PE Light" panose="00000400000000000000" pitchFamily="50" charset="0"/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126706-F82E-4003-B37F-DDFD46B67EBD}"/>
              </a:ext>
            </a:extLst>
          </p:cNvPr>
          <p:cNvSpPr txBox="1"/>
          <p:nvPr userDrawn="1"/>
        </p:nvSpPr>
        <p:spPr>
          <a:xfrm rot="16200000">
            <a:off x="7626795" y="5198843"/>
            <a:ext cx="3212976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00" spc="40" baseline="0" noProof="0">
                <a:solidFill>
                  <a:schemeClr val="bg1">
                    <a:lumMod val="75000"/>
                  </a:schemeClr>
                </a:solidFill>
                <a:latin typeface="Averta PE Light" panose="00000400000000000000" pitchFamily="50" charset="0"/>
              </a:rPr>
              <a:t>Erstellt durch Vorlagenbauer.ch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9F9C415-F2DE-4582-BEC9-A9BFACBDC8B6}"/>
              </a:ext>
            </a:extLst>
          </p:cNvPr>
          <p:cNvPicPr>
            <a:picLocks noChangeAspect="1"/>
          </p:cNvPicPr>
          <p:nvPr userDrawn="1"/>
        </p:nvPicPr>
        <p:blipFill>
          <a:blip r:embed="rId3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405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0" r:id="rId1"/>
    <p:sldLayoutId id="2147483891" r:id="rId2"/>
    <p:sldLayoutId id="2147483892" r:id="rId3"/>
    <p:sldLayoutId id="2147483893" r:id="rId4"/>
    <p:sldLayoutId id="2147483894" r:id="rId5"/>
    <p:sldLayoutId id="2147483895" r:id="rId6"/>
    <p:sldLayoutId id="2147483896" r:id="rId7"/>
    <p:sldLayoutId id="2147483897" r:id="rId8"/>
    <p:sldLayoutId id="2147483898" r:id="rId9"/>
    <p:sldLayoutId id="2147483899" r:id="rId10"/>
    <p:sldLayoutId id="2147483900" r:id="rId11"/>
    <p:sldLayoutId id="2147483901" r:id="rId12"/>
    <p:sldLayoutId id="2147483902" r:id="rId13"/>
    <p:sldLayoutId id="2147483903" r:id="rId14"/>
    <p:sldLayoutId id="2147483904" r:id="rId15"/>
    <p:sldLayoutId id="2147483905" r:id="rId16"/>
    <p:sldLayoutId id="2147483906" r:id="rId17"/>
    <p:sldLayoutId id="2147483907" r:id="rId18"/>
    <p:sldLayoutId id="2147483908" r:id="rId19"/>
    <p:sldLayoutId id="2147483909" r:id="rId20"/>
    <p:sldLayoutId id="2147483910" r:id="rId21"/>
    <p:sldLayoutId id="2147483911" r:id="rId22"/>
    <p:sldLayoutId id="2147483912" r:id="rId23"/>
    <p:sldLayoutId id="2147483913" r:id="rId24"/>
    <p:sldLayoutId id="2147483914" r:id="rId25"/>
    <p:sldLayoutId id="2147483915" r:id="rId26"/>
    <p:sldLayoutId id="2147483916" r:id="rId27"/>
    <p:sldLayoutId id="2147483917" r:id="rId28"/>
    <p:sldLayoutId id="2147483918" r:id="rId29"/>
    <p:sldLayoutId id="2147483919" r:id="rId30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Averta PE Extrabold" panose="000009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E3AF4955-044C-4E5B-9CB3-06B6CA12E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3"/>
            </p:custDataLst>
            <p:extLst>
              <p:ext uri="{D42A27DB-BD31-4B8C-83A1-F6EECF244321}">
                <p14:modId xmlns:p14="http://schemas.microsoft.com/office/powerpoint/2010/main" val="55786737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4" imgW="395" imgH="394" progId="TCLayout.ActiveDocument.1">
                  <p:embed/>
                </p:oleObj>
              </mc:Choice>
              <mc:Fallback>
                <p:oleObj name="think-cell Folie" r:id="rId34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E3AF4955-044C-4E5B-9CB3-06B6CA12E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0"/>
            <a:endParaRPr lang="en-US" noProof="0"/>
          </a:p>
          <a:p>
            <a:pPr lvl="0"/>
            <a:r>
              <a:rPr lang="en-US" noProof="0"/>
              <a:t>ZWISCHENTITEL MIT GROSSBUCHSTABEN IN «AVERTA BOLD»</a:t>
            </a:r>
          </a:p>
          <a:p>
            <a:pPr lvl="0"/>
            <a:endParaRPr lang="en-US" noProof="0"/>
          </a:p>
          <a:p>
            <a:pPr lvl="0"/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1"/>
            <a:r>
              <a:rPr lang="en-US" noProof="0" err="1"/>
              <a:t>Zweite</a:t>
            </a:r>
            <a:r>
              <a:rPr lang="en-US" noProof="0"/>
              <a:t> Ebene</a:t>
            </a:r>
          </a:p>
          <a:p>
            <a:pPr lvl="2"/>
            <a:r>
              <a:rPr lang="en-US" noProof="0" err="1"/>
              <a:t>Dritte</a:t>
            </a:r>
            <a:r>
              <a:rPr lang="en-US" noProof="0"/>
              <a:t> Ebene</a:t>
            </a:r>
          </a:p>
          <a:p>
            <a:pPr lvl="3"/>
            <a:r>
              <a:rPr lang="en-US" noProof="0" err="1"/>
              <a:t>Vierte</a:t>
            </a:r>
            <a:r>
              <a:rPr lang="en-US" noProof="0"/>
              <a:t> Ebene</a:t>
            </a:r>
          </a:p>
          <a:p>
            <a:pPr lvl="4"/>
            <a:r>
              <a:rPr lang="en-US" noProof="0" err="1"/>
              <a:t>Fünfte</a:t>
            </a:r>
            <a:r>
              <a:rPr lang="en-US" noProof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fld id="{03257280-7ECF-4269-B972-5DF157AD3633}" type="datetime1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  <a:latin typeface="Averta PE Light" panose="00000400000000000000" pitchFamily="50" charset="0"/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126706-F82E-4003-B37F-DDFD46B67EBD}"/>
              </a:ext>
            </a:extLst>
          </p:cNvPr>
          <p:cNvSpPr txBox="1"/>
          <p:nvPr userDrawn="1"/>
        </p:nvSpPr>
        <p:spPr>
          <a:xfrm rot="16200000">
            <a:off x="7626795" y="5198843"/>
            <a:ext cx="3212976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00" spc="40" baseline="0" noProof="0">
                <a:solidFill>
                  <a:schemeClr val="bg1">
                    <a:lumMod val="75000"/>
                  </a:schemeClr>
                </a:solidFill>
                <a:latin typeface="Averta PE Light" panose="00000400000000000000" pitchFamily="50" charset="0"/>
              </a:rPr>
              <a:t>Erstellt durch Vorlagenbauer.ch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9F9C415-F2DE-4582-BEC9-A9BFACBDC8B6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923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2" r:id="rId2"/>
    <p:sldLayoutId id="2147483923" r:id="rId3"/>
    <p:sldLayoutId id="2147483924" r:id="rId4"/>
    <p:sldLayoutId id="2147483925" r:id="rId5"/>
    <p:sldLayoutId id="2147483926" r:id="rId6"/>
    <p:sldLayoutId id="2147483927" r:id="rId7"/>
    <p:sldLayoutId id="2147483928" r:id="rId8"/>
    <p:sldLayoutId id="2147483929" r:id="rId9"/>
    <p:sldLayoutId id="2147483930" r:id="rId10"/>
    <p:sldLayoutId id="2147483931" r:id="rId11"/>
    <p:sldLayoutId id="2147483932" r:id="rId12"/>
    <p:sldLayoutId id="2147483933" r:id="rId13"/>
    <p:sldLayoutId id="2147483934" r:id="rId14"/>
    <p:sldLayoutId id="2147483935" r:id="rId15"/>
    <p:sldLayoutId id="2147483936" r:id="rId16"/>
    <p:sldLayoutId id="2147483937" r:id="rId17"/>
    <p:sldLayoutId id="2147483938" r:id="rId18"/>
    <p:sldLayoutId id="2147483939" r:id="rId19"/>
    <p:sldLayoutId id="2147483940" r:id="rId20"/>
    <p:sldLayoutId id="2147483941" r:id="rId21"/>
    <p:sldLayoutId id="2147483942" r:id="rId22"/>
    <p:sldLayoutId id="2147483943" r:id="rId23"/>
    <p:sldLayoutId id="2147483944" r:id="rId24"/>
    <p:sldLayoutId id="2147483945" r:id="rId25"/>
    <p:sldLayoutId id="2147483946" r:id="rId26"/>
    <p:sldLayoutId id="2147483947" r:id="rId27"/>
    <p:sldLayoutId id="2147483948" r:id="rId28"/>
    <p:sldLayoutId id="2147483949" r:id="rId29"/>
    <p:sldLayoutId id="2147483950" r:id="rId30"/>
    <p:sldLayoutId id="2147483951" r:id="rId3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Averta PE Extrabold" panose="000009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830655B4-A507-401A-BFE6-2C4BC562759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2"/>
            </p:custDataLst>
            <p:extLst>
              <p:ext uri="{D42A27DB-BD31-4B8C-83A1-F6EECF244321}">
                <p14:modId xmlns:p14="http://schemas.microsoft.com/office/powerpoint/2010/main" val="3928730286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3" imgW="395" imgH="394" progId="TCLayout.ActiveDocument.1">
                  <p:embed/>
                </p:oleObj>
              </mc:Choice>
              <mc:Fallback>
                <p:oleObj name="think-cell Folie" r:id="rId33" imgW="395" imgH="394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830655B4-A507-401A-BFE6-2C4BC56275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Grafik 8">
            <a:extLst>
              <a:ext uri="{FF2B5EF4-FFF2-40B4-BE49-F238E27FC236}">
                <a16:creationId xmlns:a16="http://schemas.microsoft.com/office/drawing/2014/main" id="{2CB8DADF-8947-4D02-B08B-8D4F66CC1CBB}"/>
              </a:ext>
            </a:extLst>
          </p:cNvPr>
          <p:cNvPicPr>
            <a:picLocks noChangeAspect="1"/>
          </p:cNvPicPr>
          <p:nvPr userDrawn="1"/>
        </p:nvPicPr>
        <p:blipFill>
          <a:blip r:embed="rId3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 dirty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0"/>
            <a:endParaRPr lang="en-US" noProof="0" dirty="0"/>
          </a:p>
          <a:p>
            <a:pPr lvl="0"/>
            <a:r>
              <a:rPr lang="en-US" noProof="0" dirty="0"/>
              <a:t>ZWISCHENTITEL MIT GROSSBUCHSTABEN IN «AVERTA BOLD»</a:t>
            </a:r>
          </a:p>
          <a:p>
            <a:pPr lvl="0"/>
            <a:endParaRPr lang="en-US" noProof="0" dirty="0"/>
          </a:p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fld id="{CA0590E6-62A9-4CDB-A600-F330ABE5C67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r>
              <a:rPr lang="en-US" dirty="0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9F9C415-F2DE-4582-BEC9-A9BFACBDC8B6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011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3" r:id="rId1"/>
    <p:sldLayoutId id="2147483954" r:id="rId2"/>
    <p:sldLayoutId id="2147483955" r:id="rId3"/>
    <p:sldLayoutId id="2147483956" r:id="rId4"/>
    <p:sldLayoutId id="2147483957" r:id="rId5"/>
    <p:sldLayoutId id="2147483958" r:id="rId6"/>
    <p:sldLayoutId id="2147483959" r:id="rId7"/>
    <p:sldLayoutId id="2147483960" r:id="rId8"/>
    <p:sldLayoutId id="2147483961" r:id="rId9"/>
    <p:sldLayoutId id="2147483962" r:id="rId10"/>
    <p:sldLayoutId id="2147483963" r:id="rId11"/>
    <p:sldLayoutId id="2147483964" r:id="rId12"/>
    <p:sldLayoutId id="2147483965" r:id="rId13"/>
    <p:sldLayoutId id="2147483966" r:id="rId14"/>
    <p:sldLayoutId id="2147483967" r:id="rId15"/>
    <p:sldLayoutId id="2147483968" r:id="rId16"/>
    <p:sldLayoutId id="2147483969" r:id="rId17"/>
    <p:sldLayoutId id="2147483970" r:id="rId18"/>
    <p:sldLayoutId id="2147483971" r:id="rId19"/>
    <p:sldLayoutId id="2147483972" r:id="rId20"/>
    <p:sldLayoutId id="2147483973" r:id="rId21"/>
    <p:sldLayoutId id="2147483974" r:id="rId22"/>
    <p:sldLayoutId id="2147483975" r:id="rId23"/>
    <p:sldLayoutId id="2147483976" r:id="rId24"/>
    <p:sldLayoutId id="2147483977" r:id="rId25"/>
    <p:sldLayoutId id="2147483978" r:id="rId26"/>
    <p:sldLayoutId id="2147483979" r:id="rId27"/>
    <p:sldLayoutId id="2147483980" r:id="rId28"/>
    <p:sldLayoutId id="2147483981" r:id="rId29"/>
    <p:sldLayoutId id="2147483982" r:id="rId30"/>
  </p:sldLayoutIdLst>
  <p:hf sldNum="0"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211C29D6-CAF4-42F3-933D-B650733ED4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1"/>
            </p:custDataLst>
            <p:extLst>
              <p:ext uri="{D42A27DB-BD31-4B8C-83A1-F6EECF244321}">
                <p14:modId xmlns:p14="http://schemas.microsoft.com/office/powerpoint/2010/main" val="64193043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2" imgW="415" imgH="416" progId="TCLayout.ActiveDocument.1">
                  <p:embed/>
                </p:oleObj>
              </mc:Choice>
              <mc:Fallback>
                <p:oleObj name="think-cell Folie" r:id="rId32" imgW="415" imgH="41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211C29D6-CAF4-42F3-933D-B650733ED4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0"/>
            <a:endParaRPr lang="en-US" noProof="0"/>
          </a:p>
          <a:p>
            <a:pPr lvl="0"/>
            <a:r>
              <a:rPr lang="en-US" noProof="0"/>
              <a:t>ZWISCHENTITEL MIT GROSSBUCHSTABEN IN «AVERTA BOLD»</a:t>
            </a:r>
          </a:p>
          <a:p>
            <a:pPr lvl="0"/>
            <a:endParaRPr lang="en-US" noProof="0"/>
          </a:p>
          <a:p>
            <a:pPr lvl="0"/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1"/>
            <a:r>
              <a:rPr lang="en-US" noProof="0" err="1"/>
              <a:t>Zweite</a:t>
            </a:r>
            <a:r>
              <a:rPr lang="en-US" noProof="0"/>
              <a:t> Ebene</a:t>
            </a:r>
          </a:p>
          <a:p>
            <a:pPr lvl="2"/>
            <a:r>
              <a:rPr lang="en-US" noProof="0" err="1"/>
              <a:t>Dritte</a:t>
            </a:r>
            <a:r>
              <a:rPr lang="en-US" noProof="0"/>
              <a:t> Ebene</a:t>
            </a:r>
          </a:p>
          <a:p>
            <a:pPr lvl="3"/>
            <a:r>
              <a:rPr lang="en-US" noProof="0" err="1"/>
              <a:t>Vierte</a:t>
            </a:r>
            <a:r>
              <a:rPr lang="en-US" noProof="0"/>
              <a:t> Ebene</a:t>
            </a:r>
          </a:p>
          <a:p>
            <a:pPr lvl="4"/>
            <a:r>
              <a:rPr lang="en-US" noProof="0" err="1"/>
              <a:t>Fünfte</a:t>
            </a:r>
            <a:r>
              <a:rPr lang="en-US" noProof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fld id="{2F68D75B-4228-4727-81D1-49A7C0BF5F4B}" type="datetime1">
              <a:rPr lang="en-US" smtClean="0"/>
              <a:t>1/9/2026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  <a:latin typeface="Averta PE Light" panose="00000400000000000000" pitchFamily="50" charset="0"/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126706-F82E-4003-B37F-DDFD46B67EBD}"/>
              </a:ext>
            </a:extLst>
          </p:cNvPr>
          <p:cNvSpPr txBox="1"/>
          <p:nvPr userDrawn="1"/>
        </p:nvSpPr>
        <p:spPr>
          <a:xfrm rot="16200000">
            <a:off x="7626795" y="5198843"/>
            <a:ext cx="3212976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00" spc="40" baseline="0" noProof="0">
                <a:solidFill>
                  <a:schemeClr val="bg1">
                    <a:lumMod val="75000"/>
                  </a:schemeClr>
                </a:solidFill>
                <a:latin typeface="Averta PE Light" panose="00000400000000000000" pitchFamily="50" charset="0"/>
              </a:rPr>
              <a:t>Erstellt durch Vorlagenbauer.ch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2203E42A-AE03-4F13-912D-9DB91ED622F7}"/>
              </a:ext>
            </a:extLst>
          </p:cNvPr>
          <p:cNvSpPr txBox="1">
            <a:spLocks/>
          </p:cNvSpPr>
          <p:nvPr userDrawn="1"/>
        </p:nvSpPr>
        <p:spPr>
          <a:xfrm>
            <a:off x="7684200" y="352800"/>
            <a:ext cx="1185300" cy="194400"/>
          </a:xfrm>
          <a:prstGeom prst="rect">
            <a:avLst/>
          </a:prstGeom>
          <a:blipFill>
            <a:blip r:embed="rId3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+mj-lt"/>
              <a:buNone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74625" indent="-174625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536575" indent="-185738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895350" indent="-174625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57300" indent="-184150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">
                <a:latin typeface="Averta PE Light" panose="00000400000000000000" pitchFamily="50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10590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4" r:id="rId1"/>
    <p:sldLayoutId id="2147483985" r:id="rId2"/>
    <p:sldLayoutId id="2147483986" r:id="rId3"/>
    <p:sldLayoutId id="2147483987" r:id="rId4"/>
    <p:sldLayoutId id="2147483988" r:id="rId5"/>
    <p:sldLayoutId id="2147483989" r:id="rId6"/>
    <p:sldLayoutId id="2147483990" r:id="rId7"/>
    <p:sldLayoutId id="2147483991" r:id="rId8"/>
    <p:sldLayoutId id="2147483992" r:id="rId9"/>
    <p:sldLayoutId id="2147483993" r:id="rId10"/>
    <p:sldLayoutId id="2147483994" r:id="rId11"/>
    <p:sldLayoutId id="2147483995" r:id="rId12"/>
    <p:sldLayoutId id="2147483996" r:id="rId13"/>
    <p:sldLayoutId id="2147483997" r:id="rId14"/>
    <p:sldLayoutId id="2147483998" r:id="rId15"/>
    <p:sldLayoutId id="2147483999" r:id="rId16"/>
    <p:sldLayoutId id="2147484000" r:id="rId17"/>
    <p:sldLayoutId id="2147484001" r:id="rId18"/>
    <p:sldLayoutId id="2147484002" r:id="rId19"/>
    <p:sldLayoutId id="2147484003" r:id="rId20"/>
    <p:sldLayoutId id="2147484004" r:id="rId21"/>
    <p:sldLayoutId id="2147484005" r:id="rId22"/>
    <p:sldLayoutId id="2147484006" r:id="rId23"/>
    <p:sldLayoutId id="2147484007" r:id="rId24"/>
    <p:sldLayoutId id="2147484008" r:id="rId25"/>
    <p:sldLayoutId id="2147484009" r:id="rId26"/>
    <p:sldLayoutId id="2147484010" r:id="rId27"/>
    <p:sldLayoutId id="2147484011" r:id="rId28"/>
    <p:sldLayoutId id="2147484012" r:id="rId29"/>
  </p:sldLayoutIdLst>
  <p:hf sldNum="0"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Averta PE Extrabold" panose="000009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830655B4-A507-401A-BFE6-2C4BC562759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2"/>
            </p:custDataLst>
            <p:extLst>
              <p:ext uri="{D42A27DB-BD31-4B8C-83A1-F6EECF244321}">
                <p14:modId xmlns:p14="http://schemas.microsoft.com/office/powerpoint/2010/main" val="1791990327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3" imgW="395" imgH="394" progId="TCLayout.ActiveDocument.1">
                  <p:embed/>
                </p:oleObj>
              </mc:Choice>
              <mc:Fallback>
                <p:oleObj name="think-cell Folie" r:id="rId33" imgW="395" imgH="394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830655B4-A507-401A-BFE6-2C4BC56275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Grafik 8">
            <a:extLst>
              <a:ext uri="{FF2B5EF4-FFF2-40B4-BE49-F238E27FC236}">
                <a16:creationId xmlns:a16="http://schemas.microsoft.com/office/drawing/2014/main" id="{2CB8DADF-8947-4D02-B08B-8D4F66CC1CBB}"/>
              </a:ext>
            </a:extLst>
          </p:cNvPr>
          <p:cNvPicPr>
            <a:picLocks noChangeAspect="1"/>
          </p:cNvPicPr>
          <p:nvPr userDrawn="1"/>
        </p:nvPicPr>
        <p:blipFill>
          <a:blip r:embed="rId3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83796" y="6551279"/>
            <a:ext cx="769500" cy="84461"/>
          </a:xfrm>
          <a:prstGeom prst="rect">
            <a:avLst/>
          </a:prstGeom>
        </p:spPr>
      </p:pic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 dirty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0"/>
            <a:endParaRPr lang="en-US" noProof="0" dirty="0"/>
          </a:p>
          <a:p>
            <a:pPr lvl="0"/>
            <a:r>
              <a:rPr lang="en-US" noProof="0" dirty="0"/>
              <a:t>ZWISCHENTITEL MIT GROSSBUCHSTABEN IN «AVERTA BOLD»</a:t>
            </a:r>
          </a:p>
          <a:p>
            <a:pPr lvl="0"/>
            <a:endParaRPr lang="en-US" noProof="0" dirty="0"/>
          </a:p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fld id="{CA0590E6-62A9-4CDB-A600-F330ABE5C673}" type="datetime1">
              <a:rPr lang="en-US" noProof="0" smtClean="0"/>
              <a:t>1/9/2026</a:t>
            </a:fld>
            <a:endParaRPr lang="en-US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Claim 5 Update Template</a:t>
            </a:r>
            <a:endParaRPr lang="en-US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</a:defRPr>
            </a:lvl1pPr>
          </a:lstStyle>
          <a:p>
            <a:pPr algn="l"/>
            <a:r>
              <a:rPr lang="en-US" dirty="0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9F9C415-F2DE-4582-BEC9-A9BFACBDC8B6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62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4" r:id="rId1"/>
    <p:sldLayoutId id="2147484015" r:id="rId2"/>
    <p:sldLayoutId id="2147484016" r:id="rId3"/>
    <p:sldLayoutId id="2147484017" r:id="rId4"/>
    <p:sldLayoutId id="2147484018" r:id="rId5"/>
    <p:sldLayoutId id="2147484019" r:id="rId6"/>
    <p:sldLayoutId id="2147484020" r:id="rId7"/>
    <p:sldLayoutId id="2147484021" r:id="rId8"/>
    <p:sldLayoutId id="2147484022" r:id="rId9"/>
    <p:sldLayoutId id="2147484023" r:id="rId10"/>
    <p:sldLayoutId id="2147484024" r:id="rId11"/>
    <p:sldLayoutId id="2147484025" r:id="rId12"/>
    <p:sldLayoutId id="2147484026" r:id="rId13"/>
    <p:sldLayoutId id="2147484027" r:id="rId14"/>
    <p:sldLayoutId id="2147484028" r:id="rId15"/>
    <p:sldLayoutId id="2147484029" r:id="rId16"/>
    <p:sldLayoutId id="2147484030" r:id="rId17"/>
    <p:sldLayoutId id="2147484031" r:id="rId18"/>
    <p:sldLayoutId id="2147484032" r:id="rId19"/>
    <p:sldLayoutId id="2147484033" r:id="rId20"/>
    <p:sldLayoutId id="2147484034" r:id="rId21"/>
    <p:sldLayoutId id="2147484035" r:id="rId22"/>
    <p:sldLayoutId id="2147484036" r:id="rId23"/>
    <p:sldLayoutId id="2147484037" r:id="rId24"/>
    <p:sldLayoutId id="2147484038" r:id="rId25"/>
    <p:sldLayoutId id="2147484039" r:id="rId26"/>
    <p:sldLayoutId id="2147484040" r:id="rId27"/>
    <p:sldLayoutId id="2147484041" r:id="rId28"/>
    <p:sldLayoutId id="2147484042" r:id="rId29"/>
    <p:sldLayoutId id="2147484043" r:id="rId30"/>
  </p:sldLayoutIdLst>
  <p:hf sldNum="0"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211C29D6-CAF4-42F3-933D-B650733ED4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1"/>
            </p:custDataLst>
            <p:extLst>
              <p:ext uri="{D42A27DB-BD31-4B8C-83A1-F6EECF244321}">
                <p14:modId xmlns:p14="http://schemas.microsoft.com/office/powerpoint/2010/main" val="273654028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2" imgW="415" imgH="416" progId="TCLayout.ActiveDocument.1">
                  <p:embed/>
                </p:oleObj>
              </mc:Choice>
              <mc:Fallback>
                <p:oleObj name="think-cell Folie" r:id="rId32" imgW="415" imgH="41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211C29D6-CAF4-42F3-933D-B650733ED4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0"/>
            <a:endParaRPr lang="en-US" noProof="0"/>
          </a:p>
          <a:p>
            <a:pPr lvl="0"/>
            <a:r>
              <a:rPr lang="en-US" noProof="0"/>
              <a:t>ZWISCHENTITEL MIT GROSSBUCHSTABEN IN «AVERTA BOLD»</a:t>
            </a:r>
          </a:p>
          <a:p>
            <a:pPr lvl="0"/>
            <a:endParaRPr lang="en-US" noProof="0"/>
          </a:p>
          <a:p>
            <a:pPr lvl="0"/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1"/>
            <a:r>
              <a:rPr lang="en-US" noProof="0" err="1"/>
              <a:t>Zweite</a:t>
            </a:r>
            <a:r>
              <a:rPr lang="en-US" noProof="0"/>
              <a:t> Ebene</a:t>
            </a:r>
          </a:p>
          <a:p>
            <a:pPr lvl="2"/>
            <a:r>
              <a:rPr lang="en-US" noProof="0" err="1"/>
              <a:t>Dritte</a:t>
            </a:r>
            <a:r>
              <a:rPr lang="en-US" noProof="0"/>
              <a:t> Ebene</a:t>
            </a:r>
          </a:p>
          <a:p>
            <a:pPr lvl="3"/>
            <a:r>
              <a:rPr lang="en-US" noProof="0" err="1"/>
              <a:t>Vierte</a:t>
            </a:r>
            <a:r>
              <a:rPr lang="en-US" noProof="0"/>
              <a:t> Ebene</a:t>
            </a:r>
          </a:p>
          <a:p>
            <a:pPr lvl="4"/>
            <a:r>
              <a:rPr lang="en-US" noProof="0" err="1"/>
              <a:t>Fünfte</a:t>
            </a:r>
            <a:r>
              <a:rPr lang="en-US" noProof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fld id="{2F68D75B-4228-4727-81D1-49A7C0BF5F4B}" type="datetime1">
              <a:rPr lang="en-US" smtClean="0"/>
              <a:t>1/9/2026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  <a:latin typeface="Averta PE Light" panose="00000400000000000000" pitchFamily="50" charset="0"/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126706-F82E-4003-B37F-DDFD46B67EBD}"/>
              </a:ext>
            </a:extLst>
          </p:cNvPr>
          <p:cNvSpPr txBox="1"/>
          <p:nvPr userDrawn="1"/>
        </p:nvSpPr>
        <p:spPr>
          <a:xfrm rot="16200000">
            <a:off x="7626795" y="5198843"/>
            <a:ext cx="3212976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00" spc="40" baseline="0" noProof="0">
                <a:solidFill>
                  <a:schemeClr val="bg1">
                    <a:lumMod val="75000"/>
                  </a:schemeClr>
                </a:solidFill>
                <a:latin typeface="Averta PE Light" panose="00000400000000000000" pitchFamily="50" charset="0"/>
              </a:rPr>
              <a:t>Erstellt durch Vorlagenbauer.ch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2203E42A-AE03-4F13-912D-9DB91ED622F7}"/>
              </a:ext>
            </a:extLst>
          </p:cNvPr>
          <p:cNvSpPr txBox="1">
            <a:spLocks/>
          </p:cNvSpPr>
          <p:nvPr userDrawn="1"/>
        </p:nvSpPr>
        <p:spPr>
          <a:xfrm>
            <a:off x="7684200" y="352800"/>
            <a:ext cx="1185300" cy="194400"/>
          </a:xfrm>
          <a:prstGeom prst="rect">
            <a:avLst/>
          </a:prstGeom>
          <a:blipFill>
            <a:blip r:embed="rId3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+mj-lt"/>
              <a:buNone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74625" indent="-174625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536575" indent="-185738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895350" indent="-174625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57300" indent="-184150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">
                <a:latin typeface="Averta PE Light" panose="00000400000000000000" pitchFamily="50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22059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5" r:id="rId1"/>
    <p:sldLayoutId id="2147484046" r:id="rId2"/>
    <p:sldLayoutId id="2147484047" r:id="rId3"/>
    <p:sldLayoutId id="2147484048" r:id="rId4"/>
    <p:sldLayoutId id="2147484049" r:id="rId5"/>
    <p:sldLayoutId id="2147484050" r:id="rId6"/>
    <p:sldLayoutId id="2147484051" r:id="rId7"/>
    <p:sldLayoutId id="2147484052" r:id="rId8"/>
    <p:sldLayoutId id="2147484053" r:id="rId9"/>
    <p:sldLayoutId id="2147484054" r:id="rId10"/>
    <p:sldLayoutId id="2147484055" r:id="rId11"/>
    <p:sldLayoutId id="2147484056" r:id="rId12"/>
    <p:sldLayoutId id="2147484057" r:id="rId13"/>
    <p:sldLayoutId id="2147484058" r:id="rId14"/>
    <p:sldLayoutId id="2147484059" r:id="rId15"/>
    <p:sldLayoutId id="2147484060" r:id="rId16"/>
    <p:sldLayoutId id="2147484061" r:id="rId17"/>
    <p:sldLayoutId id="2147484062" r:id="rId18"/>
    <p:sldLayoutId id="2147484063" r:id="rId19"/>
    <p:sldLayoutId id="2147484064" r:id="rId20"/>
    <p:sldLayoutId id="2147484065" r:id="rId21"/>
    <p:sldLayoutId id="2147484066" r:id="rId22"/>
    <p:sldLayoutId id="2147484067" r:id="rId23"/>
    <p:sldLayoutId id="2147484068" r:id="rId24"/>
    <p:sldLayoutId id="2147484069" r:id="rId25"/>
    <p:sldLayoutId id="2147484070" r:id="rId26"/>
    <p:sldLayoutId id="2147484071" r:id="rId27"/>
    <p:sldLayoutId id="2147484072" r:id="rId28"/>
    <p:sldLayoutId id="2147484073" r:id="rId29"/>
  </p:sldLayoutIdLst>
  <p:hf sldNum="0"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Averta PE Extrabold" panose="000009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211C29D6-CAF4-42F3-933D-B650733ED4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1"/>
            </p:custDataLst>
            <p:extLst>
              <p:ext uri="{D42A27DB-BD31-4B8C-83A1-F6EECF244321}">
                <p14:modId xmlns:p14="http://schemas.microsoft.com/office/powerpoint/2010/main" val="1659620078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2" imgW="415" imgH="416" progId="TCLayout.ActiveDocument.1">
                  <p:embed/>
                </p:oleObj>
              </mc:Choice>
              <mc:Fallback>
                <p:oleObj name="think-cell Folie" r:id="rId32" imgW="415" imgH="41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211C29D6-CAF4-42F3-933D-B650733ED4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0"/>
            <a:endParaRPr lang="en-US" noProof="0"/>
          </a:p>
          <a:p>
            <a:pPr lvl="0"/>
            <a:r>
              <a:rPr lang="en-US" noProof="0"/>
              <a:t>ZWISCHENTITEL MIT GROSSBUCHSTABEN IN «AVERTA BOLD»</a:t>
            </a:r>
          </a:p>
          <a:p>
            <a:pPr lvl="0"/>
            <a:endParaRPr lang="en-US" noProof="0"/>
          </a:p>
          <a:p>
            <a:pPr lvl="0"/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1"/>
            <a:r>
              <a:rPr lang="en-US" noProof="0" err="1"/>
              <a:t>Zweite</a:t>
            </a:r>
            <a:r>
              <a:rPr lang="en-US" noProof="0"/>
              <a:t> Ebene</a:t>
            </a:r>
          </a:p>
          <a:p>
            <a:pPr lvl="2"/>
            <a:r>
              <a:rPr lang="en-US" noProof="0" err="1"/>
              <a:t>Dritte</a:t>
            </a:r>
            <a:r>
              <a:rPr lang="en-US" noProof="0"/>
              <a:t> Ebene</a:t>
            </a:r>
          </a:p>
          <a:p>
            <a:pPr lvl="3"/>
            <a:r>
              <a:rPr lang="en-US" noProof="0" err="1"/>
              <a:t>Vierte</a:t>
            </a:r>
            <a:r>
              <a:rPr lang="en-US" noProof="0"/>
              <a:t> Ebene</a:t>
            </a:r>
          </a:p>
          <a:p>
            <a:pPr lvl="4"/>
            <a:r>
              <a:rPr lang="en-US" noProof="0" err="1"/>
              <a:t>Fünfte</a:t>
            </a:r>
            <a:r>
              <a:rPr lang="en-US" noProof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fld id="{2F68D75B-4228-4727-81D1-49A7C0BF5F4B}" type="datetime1">
              <a:rPr lang="en-US" smtClean="0"/>
              <a:t>1/9/2026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r>
              <a:rPr lang="en-US"/>
              <a:t>Claim 5 Update Template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  <a:latin typeface="Averta PE Light" panose="00000400000000000000" pitchFamily="50" charset="0"/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126706-F82E-4003-B37F-DDFD46B67EBD}"/>
              </a:ext>
            </a:extLst>
          </p:cNvPr>
          <p:cNvSpPr txBox="1"/>
          <p:nvPr userDrawn="1"/>
        </p:nvSpPr>
        <p:spPr>
          <a:xfrm rot="16200000">
            <a:off x="7626795" y="5198843"/>
            <a:ext cx="3212976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00" spc="40" baseline="0" noProof="0">
                <a:solidFill>
                  <a:schemeClr val="bg1">
                    <a:lumMod val="75000"/>
                  </a:schemeClr>
                </a:solidFill>
                <a:latin typeface="Averta PE Light" panose="00000400000000000000" pitchFamily="50" charset="0"/>
              </a:rPr>
              <a:t>Erstellt durch Vorlagenbauer.ch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2203E42A-AE03-4F13-912D-9DB91ED622F7}"/>
              </a:ext>
            </a:extLst>
          </p:cNvPr>
          <p:cNvSpPr txBox="1">
            <a:spLocks/>
          </p:cNvSpPr>
          <p:nvPr userDrawn="1"/>
        </p:nvSpPr>
        <p:spPr>
          <a:xfrm>
            <a:off x="7684200" y="352800"/>
            <a:ext cx="1185300" cy="194400"/>
          </a:xfrm>
          <a:prstGeom prst="rect">
            <a:avLst/>
          </a:prstGeom>
          <a:blipFill>
            <a:blip r:embed="rId3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+mj-lt"/>
              <a:buNone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74625" indent="-174625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536575" indent="-185738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895350" indent="-174625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57300" indent="-184150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">
                <a:latin typeface="Averta PE Light" panose="00000400000000000000" pitchFamily="50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8236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5" r:id="rId1"/>
    <p:sldLayoutId id="2147484076" r:id="rId2"/>
    <p:sldLayoutId id="2147484077" r:id="rId3"/>
    <p:sldLayoutId id="2147484078" r:id="rId4"/>
    <p:sldLayoutId id="2147484079" r:id="rId5"/>
    <p:sldLayoutId id="2147484080" r:id="rId6"/>
    <p:sldLayoutId id="2147484081" r:id="rId7"/>
    <p:sldLayoutId id="2147484082" r:id="rId8"/>
    <p:sldLayoutId id="2147484083" r:id="rId9"/>
    <p:sldLayoutId id="2147484084" r:id="rId10"/>
    <p:sldLayoutId id="2147484085" r:id="rId11"/>
    <p:sldLayoutId id="2147484086" r:id="rId12"/>
    <p:sldLayoutId id="2147484087" r:id="rId13"/>
    <p:sldLayoutId id="2147484088" r:id="rId14"/>
    <p:sldLayoutId id="2147484089" r:id="rId15"/>
    <p:sldLayoutId id="2147484090" r:id="rId16"/>
    <p:sldLayoutId id="2147484091" r:id="rId17"/>
    <p:sldLayoutId id="2147484092" r:id="rId18"/>
    <p:sldLayoutId id="2147484093" r:id="rId19"/>
    <p:sldLayoutId id="2147484094" r:id="rId20"/>
    <p:sldLayoutId id="2147484095" r:id="rId21"/>
    <p:sldLayoutId id="2147484096" r:id="rId22"/>
    <p:sldLayoutId id="2147484097" r:id="rId23"/>
    <p:sldLayoutId id="2147484098" r:id="rId24"/>
    <p:sldLayoutId id="2147484099" r:id="rId25"/>
    <p:sldLayoutId id="2147484100" r:id="rId26"/>
    <p:sldLayoutId id="2147484101" r:id="rId27"/>
    <p:sldLayoutId id="2147484102" r:id="rId28"/>
    <p:sldLayoutId id="2147484103" r:id="rId29"/>
  </p:sldLayoutIdLst>
  <p:hf sldNum="0"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Averta PE Extrabold" panose="000009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B7EAD863-D9B1-45F6-A6A1-619E153BD34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1"/>
            </p:custDataLst>
            <p:extLst>
              <p:ext uri="{D42A27DB-BD31-4B8C-83A1-F6EECF244321}">
                <p14:modId xmlns:p14="http://schemas.microsoft.com/office/powerpoint/2010/main" val="2679498399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2" imgW="395" imgH="394" progId="TCLayout.ActiveDocument.1">
                  <p:embed/>
                </p:oleObj>
              </mc:Choice>
              <mc:Fallback>
                <p:oleObj name="think-cell Folie" r:id="rId32" imgW="395" imgH="394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B7EAD863-D9B1-45F6-A6A1-619E153BD34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0"/>
            <a:endParaRPr lang="en-US" noProof="0"/>
          </a:p>
          <a:p>
            <a:pPr lvl="0"/>
            <a:r>
              <a:rPr lang="en-US" noProof="0"/>
              <a:t>ZWISCHENTITEL MIT GROSSBUCHSTABEN IN «AVERTA BOLD»</a:t>
            </a:r>
          </a:p>
          <a:p>
            <a:pPr lvl="0"/>
            <a:endParaRPr lang="en-US" noProof="0"/>
          </a:p>
          <a:p>
            <a:pPr lvl="0"/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1"/>
            <a:r>
              <a:rPr lang="en-US" noProof="0" err="1"/>
              <a:t>Zweite</a:t>
            </a:r>
            <a:r>
              <a:rPr lang="en-US" noProof="0"/>
              <a:t> Ebene</a:t>
            </a:r>
          </a:p>
          <a:p>
            <a:pPr lvl="2"/>
            <a:r>
              <a:rPr lang="en-US" noProof="0" err="1"/>
              <a:t>Dritte</a:t>
            </a:r>
            <a:r>
              <a:rPr lang="en-US" noProof="0"/>
              <a:t> Ebene</a:t>
            </a:r>
          </a:p>
          <a:p>
            <a:pPr lvl="3"/>
            <a:r>
              <a:rPr lang="en-US" noProof="0" err="1"/>
              <a:t>Vierte</a:t>
            </a:r>
            <a:r>
              <a:rPr lang="en-US" noProof="0"/>
              <a:t> Ebene</a:t>
            </a:r>
          </a:p>
          <a:p>
            <a:pPr lvl="4"/>
            <a:r>
              <a:rPr lang="en-US" noProof="0" err="1"/>
              <a:t>Fünfte</a:t>
            </a:r>
            <a:r>
              <a:rPr lang="en-US" noProof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fld id="{E8CAC12D-DC97-4A9C-AF71-28597CCE130B}" type="datetime1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  <a:latin typeface="Averta PE Light" panose="00000400000000000000" pitchFamily="50" charset="0"/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126706-F82E-4003-B37F-DDFD46B67EBD}"/>
              </a:ext>
            </a:extLst>
          </p:cNvPr>
          <p:cNvSpPr txBox="1"/>
          <p:nvPr userDrawn="1"/>
        </p:nvSpPr>
        <p:spPr>
          <a:xfrm rot="16200000">
            <a:off x="7626795" y="5198843"/>
            <a:ext cx="3212976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00" spc="40" baseline="0" noProof="0">
                <a:solidFill>
                  <a:schemeClr val="bg1">
                    <a:lumMod val="75000"/>
                  </a:schemeClr>
                </a:solidFill>
                <a:latin typeface="Averta PE Light" panose="00000400000000000000" pitchFamily="50" charset="0"/>
              </a:rPr>
              <a:t>Erstellt durch Vorlagenbauer.ch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9F9C415-F2DE-4582-BEC9-A9BFACBDC8B6}"/>
              </a:ext>
            </a:extLst>
          </p:cNvPr>
          <p:cNvPicPr>
            <a:picLocks noChangeAspect="1"/>
          </p:cNvPicPr>
          <p:nvPr userDrawn="1"/>
        </p:nvPicPr>
        <p:blipFill>
          <a:blip r:embed="rId3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94" y="352809"/>
            <a:ext cx="1185993" cy="19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948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05" r:id="rId1"/>
    <p:sldLayoutId id="2147484106" r:id="rId2"/>
    <p:sldLayoutId id="2147484107" r:id="rId3"/>
    <p:sldLayoutId id="2147484108" r:id="rId4"/>
    <p:sldLayoutId id="2147484109" r:id="rId5"/>
    <p:sldLayoutId id="2147484110" r:id="rId6"/>
    <p:sldLayoutId id="2147484111" r:id="rId7"/>
    <p:sldLayoutId id="2147484112" r:id="rId8"/>
    <p:sldLayoutId id="2147484113" r:id="rId9"/>
    <p:sldLayoutId id="2147484114" r:id="rId10"/>
    <p:sldLayoutId id="2147484115" r:id="rId11"/>
    <p:sldLayoutId id="2147484116" r:id="rId12"/>
    <p:sldLayoutId id="2147484117" r:id="rId13"/>
    <p:sldLayoutId id="2147484118" r:id="rId14"/>
    <p:sldLayoutId id="2147484119" r:id="rId15"/>
    <p:sldLayoutId id="2147484120" r:id="rId16"/>
    <p:sldLayoutId id="2147484121" r:id="rId17"/>
    <p:sldLayoutId id="2147484122" r:id="rId18"/>
    <p:sldLayoutId id="2147484123" r:id="rId19"/>
    <p:sldLayoutId id="2147484124" r:id="rId20"/>
    <p:sldLayoutId id="2147484125" r:id="rId21"/>
    <p:sldLayoutId id="2147484126" r:id="rId22"/>
    <p:sldLayoutId id="2147484127" r:id="rId23"/>
    <p:sldLayoutId id="2147484128" r:id="rId24"/>
    <p:sldLayoutId id="2147484129" r:id="rId25"/>
    <p:sldLayoutId id="2147484130" r:id="rId26"/>
    <p:sldLayoutId id="2147484131" r:id="rId27"/>
    <p:sldLayoutId id="2147484132" r:id="rId28"/>
    <p:sldLayoutId id="2147484133" r:id="rId29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Averta PE Extrabold" panose="000009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211C29D6-CAF4-42F3-933D-B650733ED4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1"/>
            </p:custDataLst>
            <p:extLst>
              <p:ext uri="{D42A27DB-BD31-4B8C-83A1-F6EECF244321}">
                <p14:modId xmlns:p14="http://schemas.microsoft.com/office/powerpoint/2010/main" val="174516482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2" imgW="415" imgH="416" progId="TCLayout.ActiveDocument.1">
                  <p:embed/>
                </p:oleObj>
              </mc:Choice>
              <mc:Fallback>
                <p:oleObj name="think-cell Folie" r:id="rId32" imgW="415" imgH="41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211C29D6-CAF4-42F3-933D-B650733ED4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0"/>
            <a:endParaRPr lang="en-US" noProof="0"/>
          </a:p>
          <a:p>
            <a:pPr lvl="0"/>
            <a:r>
              <a:rPr lang="en-US" noProof="0"/>
              <a:t>ZWISCHENTITEL MIT GROSSBUCHSTABEN IN «AVERTA BOLD»</a:t>
            </a:r>
          </a:p>
          <a:p>
            <a:pPr lvl="0"/>
            <a:endParaRPr lang="en-US" noProof="0"/>
          </a:p>
          <a:p>
            <a:pPr lvl="0"/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1"/>
            <a:r>
              <a:rPr lang="en-US" noProof="0" err="1"/>
              <a:t>Zweite</a:t>
            </a:r>
            <a:r>
              <a:rPr lang="en-US" noProof="0"/>
              <a:t> Ebene</a:t>
            </a:r>
          </a:p>
          <a:p>
            <a:pPr lvl="2"/>
            <a:r>
              <a:rPr lang="en-US" noProof="0" err="1"/>
              <a:t>Dritte</a:t>
            </a:r>
            <a:r>
              <a:rPr lang="en-US" noProof="0"/>
              <a:t> Ebene</a:t>
            </a:r>
          </a:p>
          <a:p>
            <a:pPr lvl="3"/>
            <a:r>
              <a:rPr lang="en-US" noProof="0" err="1"/>
              <a:t>Vierte</a:t>
            </a:r>
            <a:r>
              <a:rPr lang="en-US" noProof="0"/>
              <a:t> Ebene</a:t>
            </a:r>
          </a:p>
          <a:p>
            <a:pPr lvl="4"/>
            <a:r>
              <a:rPr lang="en-US" noProof="0" err="1"/>
              <a:t>Fünfte</a:t>
            </a:r>
            <a:r>
              <a:rPr lang="en-US" noProof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fld id="{075C2892-2FAE-47B3-B03D-BFE55726AAC5}" type="datetime1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  <a:latin typeface="Averta PE Light" panose="00000400000000000000" pitchFamily="50" charset="0"/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126706-F82E-4003-B37F-DDFD46B67EBD}"/>
              </a:ext>
            </a:extLst>
          </p:cNvPr>
          <p:cNvSpPr txBox="1"/>
          <p:nvPr userDrawn="1"/>
        </p:nvSpPr>
        <p:spPr>
          <a:xfrm rot="16200000">
            <a:off x="7626795" y="5198843"/>
            <a:ext cx="3212976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00" spc="40" baseline="0" noProof="0">
                <a:solidFill>
                  <a:schemeClr val="bg1">
                    <a:lumMod val="75000"/>
                  </a:schemeClr>
                </a:solidFill>
                <a:latin typeface="Averta PE Light" panose="00000400000000000000" pitchFamily="50" charset="0"/>
              </a:rPr>
              <a:t>Erstellt durch Vorlagenbauer.ch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2083A1-E6AB-EE57-C053-686C809A75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87357" y="351269"/>
            <a:ext cx="673337" cy="20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684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35" r:id="rId1"/>
    <p:sldLayoutId id="2147484136" r:id="rId2"/>
    <p:sldLayoutId id="2147484137" r:id="rId3"/>
    <p:sldLayoutId id="2147484138" r:id="rId4"/>
    <p:sldLayoutId id="2147484139" r:id="rId5"/>
    <p:sldLayoutId id="2147484140" r:id="rId6"/>
    <p:sldLayoutId id="2147484141" r:id="rId7"/>
    <p:sldLayoutId id="2147484142" r:id="rId8"/>
    <p:sldLayoutId id="2147484143" r:id="rId9"/>
    <p:sldLayoutId id="2147484144" r:id="rId10"/>
    <p:sldLayoutId id="2147484145" r:id="rId11"/>
    <p:sldLayoutId id="2147484146" r:id="rId12"/>
    <p:sldLayoutId id="2147484147" r:id="rId13"/>
    <p:sldLayoutId id="2147484148" r:id="rId14"/>
    <p:sldLayoutId id="2147484149" r:id="rId15"/>
    <p:sldLayoutId id="2147484150" r:id="rId16"/>
    <p:sldLayoutId id="2147484151" r:id="rId17"/>
    <p:sldLayoutId id="2147484152" r:id="rId18"/>
    <p:sldLayoutId id="2147484153" r:id="rId19"/>
    <p:sldLayoutId id="2147484154" r:id="rId20"/>
    <p:sldLayoutId id="2147484155" r:id="rId21"/>
    <p:sldLayoutId id="2147484156" r:id="rId22"/>
    <p:sldLayoutId id="2147484157" r:id="rId23"/>
    <p:sldLayoutId id="2147484158" r:id="rId24"/>
    <p:sldLayoutId id="2147484159" r:id="rId25"/>
    <p:sldLayoutId id="2147484160" r:id="rId26"/>
    <p:sldLayoutId id="2147484161" r:id="rId27"/>
    <p:sldLayoutId id="2147484162" r:id="rId28"/>
    <p:sldLayoutId id="2147484163" r:id="rId29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Averta PE Extrabold" panose="000009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211C29D6-CAF4-42F3-933D-B650733ED4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1"/>
            </p:custDataLst>
            <p:extLst>
              <p:ext uri="{D42A27DB-BD31-4B8C-83A1-F6EECF244321}">
                <p14:modId xmlns:p14="http://schemas.microsoft.com/office/powerpoint/2010/main" val="3158720534"/>
              </p:ext>
            </p:ext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2" imgW="415" imgH="416" progId="TCLayout.ActiveDocument.1">
                  <p:embed/>
                </p:oleObj>
              </mc:Choice>
              <mc:Fallback>
                <p:oleObj name="think-cell Folie" r:id="rId32" imgW="415" imgH="41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211C29D6-CAF4-42F3-933D-B650733ED4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0"/>
            <a:endParaRPr lang="en-US" noProof="0"/>
          </a:p>
          <a:p>
            <a:pPr lvl="0"/>
            <a:r>
              <a:rPr lang="en-US" noProof="0"/>
              <a:t>ZWISCHENTITEL MIT GROSSBUCHSTABEN IN «AVERTA BOLD»</a:t>
            </a:r>
          </a:p>
          <a:p>
            <a:pPr lvl="0"/>
            <a:endParaRPr lang="en-US" noProof="0"/>
          </a:p>
          <a:p>
            <a:pPr lvl="0"/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1"/>
            <a:r>
              <a:rPr lang="en-US" noProof="0" err="1"/>
              <a:t>Zweite</a:t>
            </a:r>
            <a:r>
              <a:rPr lang="en-US" noProof="0"/>
              <a:t> Ebene</a:t>
            </a:r>
          </a:p>
          <a:p>
            <a:pPr lvl="2"/>
            <a:r>
              <a:rPr lang="en-US" noProof="0" err="1"/>
              <a:t>Dritte</a:t>
            </a:r>
            <a:r>
              <a:rPr lang="en-US" noProof="0"/>
              <a:t> Ebene</a:t>
            </a:r>
          </a:p>
          <a:p>
            <a:pPr lvl="3"/>
            <a:r>
              <a:rPr lang="en-US" noProof="0" err="1"/>
              <a:t>Vierte</a:t>
            </a:r>
            <a:r>
              <a:rPr lang="en-US" noProof="0"/>
              <a:t> Ebene</a:t>
            </a:r>
          </a:p>
          <a:p>
            <a:pPr lvl="4"/>
            <a:r>
              <a:rPr lang="en-US" noProof="0" err="1"/>
              <a:t>Fünfte</a:t>
            </a:r>
            <a:r>
              <a:rPr lang="en-US" noProof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fld id="{075C2892-2FAE-47B3-B03D-BFE55726AAC5}" type="datetime1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  <a:latin typeface="Averta PE Light" panose="00000400000000000000" pitchFamily="50" charset="0"/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126706-F82E-4003-B37F-DDFD46B67EBD}"/>
              </a:ext>
            </a:extLst>
          </p:cNvPr>
          <p:cNvSpPr txBox="1"/>
          <p:nvPr userDrawn="1"/>
        </p:nvSpPr>
        <p:spPr>
          <a:xfrm rot="16200000">
            <a:off x="7626795" y="5198843"/>
            <a:ext cx="3212976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00" spc="40" baseline="0" noProof="0">
                <a:solidFill>
                  <a:schemeClr val="bg1">
                    <a:lumMod val="75000"/>
                  </a:schemeClr>
                </a:solidFill>
                <a:latin typeface="Averta PE Light" panose="00000400000000000000" pitchFamily="50" charset="0"/>
              </a:rPr>
              <a:t>Erstellt durch Vorlagenbauer.ch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2203E42A-AE03-4F13-912D-9DB91ED622F7}"/>
              </a:ext>
            </a:extLst>
          </p:cNvPr>
          <p:cNvSpPr txBox="1">
            <a:spLocks/>
          </p:cNvSpPr>
          <p:nvPr userDrawn="1"/>
        </p:nvSpPr>
        <p:spPr>
          <a:xfrm>
            <a:off x="7684200" y="352800"/>
            <a:ext cx="1185300" cy="194400"/>
          </a:xfrm>
          <a:prstGeom prst="rect">
            <a:avLst/>
          </a:prstGeom>
          <a:blipFill>
            <a:blip r:embed="rId3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+mj-lt"/>
              <a:buNone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74625" indent="-174625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536575" indent="-185738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895350" indent="-174625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57300" indent="-184150" algn="l" defTabSz="914400" rtl="0" eaLnBrk="1" latinLnBrk="0" hangingPunct="1">
              <a:lnSpc>
                <a:spcPct val="105000"/>
              </a:lnSpc>
              <a:spcBef>
                <a:spcPts val="0"/>
              </a:spcBef>
              <a:buFont typeface="Averta Light" panose="00000400000000000000" pitchFamily="50" charset="0"/>
              <a:buChar char="‒"/>
              <a:defRPr sz="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">
                <a:latin typeface="Averta PE Light" panose="00000400000000000000" pitchFamily="50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2855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5" r:id="rId1"/>
    <p:sldLayoutId id="2147484166" r:id="rId2"/>
    <p:sldLayoutId id="2147484167" r:id="rId3"/>
    <p:sldLayoutId id="2147484168" r:id="rId4"/>
    <p:sldLayoutId id="2147484169" r:id="rId5"/>
    <p:sldLayoutId id="2147484170" r:id="rId6"/>
    <p:sldLayoutId id="2147484171" r:id="rId7"/>
    <p:sldLayoutId id="2147484172" r:id="rId8"/>
    <p:sldLayoutId id="2147484173" r:id="rId9"/>
    <p:sldLayoutId id="2147484174" r:id="rId10"/>
    <p:sldLayoutId id="2147484175" r:id="rId11"/>
    <p:sldLayoutId id="2147484176" r:id="rId12"/>
    <p:sldLayoutId id="2147484177" r:id="rId13"/>
    <p:sldLayoutId id="2147484178" r:id="rId14"/>
    <p:sldLayoutId id="2147484179" r:id="rId15"/>
    <p:sldLayoutId id="2147484180" r:id="rId16"/>
    <p:sldLayoutId id="2147484181" r:id="rId17"/>
    <p:sldLayoutId id="2147484182" r:id="rId18"/>
    <p:sldLayoutId id="2147484183" r:id="rId19"/>
    <p:sldLayoutId id="2147484184" r:id="rId20"/>
    <p:sldLayoutId id="2147484185" r:id="rId21"/>
    <p:sldLayoutId id="2147484186" r:id="rId22"/>
    <p:sldLayoutId id="2147484187" r:id="rId23"/>
    <p:sldLayoutId id="2147484188" r:id="rId24"/>
    <p:sldLayoutId id="2147484189" r:id="rId25"/>
    <p:sldLayoutId id="2147484190" r:id="rId26"/>
    <p:sldLayoutId id="2147484191" r:id="rId27"/>
    <p:sldLayoutId id="2147484192" r:id="rId28"/>
    <p:sldLayoutId id="2147484193" r:id="rId29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Averta PE Extrabold" panose="000009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211C29D6-CAF4-42F3-933D-B650733ED4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415" imgH="416" progId="TCLayout.ActiveDocument.1">
                  <p:embed/>
                </p:oleObj>
              </mc:Choice>
              <mc:Fallback>
                <p:oleObj name="think-cell Folie" r:id="rId4" imgW="415" imgH="41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211C29D6-CAF4-42F3-933D-B650733ED4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0"/>
            <a:endParaRPr lang="en-US" noProof="0"/>
          </a:p>
          <a:p>
            <a:pPr lvl="0"/>
            <a:r>
              <a:rPr lang="en-US" noProof="0"/>
              <a:t>ZWISCHENTITEL MIT GROSSBUCHSTABEN IN «AVERTA BOLD»</a:t>
            </a:r>
          </a:p>
          <a:p>
            <a:pPr lvl="0"/>
            <a:endParaRPr lang="en-US" noProof="0"/>
          </a:p>
          <a:p>
            <a:pPr lvl="0"/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1"/>
            <a:r>
              <a:rPr lang="en-US" noProof="0" err="1"/>
              <a:t>Zweite</a:t>
            </a:r>
            <a:r>
              <a:rPr lang="en-US" noProof="0"/>
              <a:t> Ebene</a:t>
            </a:r>
          </a:p>
          <a:p>
            <a:pPr lvl="2"/>
            <a:r>
              <a:rPr lang="en-US" noProof="0" err="1"/>
              <a:t>Dritte</a:t>
            </a:r>
            <a:r>
              <a:rPr lang="en-US" noProof="0"/>
              <a:t> Ebene</a:t>
            </a:r>
          </a:p>
          <a:p>
            <a:pPr lvl="3"/>
            <a:r>
              <a:rPr lang="en-US" noProof="0" err="1"/>
              <a:t>Vierte</a:t>
            </a:r>
            <a:r>
              <a:rPr lang="en-US" noProof="0"/>
              <a:t> Ebene</a:t>
            </a:r>
          </a:p>
          <a:p>
            <a:pPr lvl="4"/>
            <a:r>
              <a:rPr lang="en-US" noProof="0" err="1"/>
              <a:t>Fünfte</a:t>
            </a:r>
            <a:r>
              <a:rPr lang="en-US" noProof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fld id="{C100E97B-84D2-4E20-BC60-6FB8BC508202}" type="datetime1">
              <a:rPr lang="en-US" altLang="ko-KR" smtClean="0"/>
              <a:t>1/9/2026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r>
              <a:rPr lang="en-US"/>
              <a:t>_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  <a:latin typeface="Averta PE Light" panose="00000400000000000000" pitchFamily="50" charset="0"/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126706-F82E-4003-B37F-DDFD46B67EBD}"/>
              </a:ext>
            </a:extLst>
          </p:cNvPr>
          <p:cNvSpPr txBox="1"/>
          <p:nvPr userDrawn="1"/>
        </p:nvSpPr>
        <p:spPr>
          <a:xfrm rot="16200000">
            <a:off x="7626795" y="5198843"/>
            <a:ext cx="3212976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00" spc="40" baseline="0" noProof="0">
                <a:solidFill>
                  <a:schemeClr val="bg1">
                    <a:lumMod val="75000"/>
                  </a:schemeClr>
                </a:solidFill>
                <a:latin typeface="Averta PE Light" panose="00000400000000000000" pitchFamily="50" charset="0"/>
              </a:rPr>
              <a:t>Erstellt durch Vorlagenbauer.ch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2083A1-E6AB-EE57-C053-686C809A75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87357" y="351269"/>
            <a:ext cx="673337" cy="20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684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95" r:id="rId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Averta PE Extrabold" panose="000009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211C29D6-CAF4-42F3-933D-B650733ED4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</p:nvPr>
        </p:nvGraphicFramePr>
        <p:xfrm>
          <a:off x="1192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415" imgH="416" progId="TCLayout.ActiveDocument.1">
                  <p:embed/>
                </p:oleObj>
              </mc:Choice>
              <mc:Fallback>
                <p:oleObj name="think-cell Folie" r:id="rId4" imgW="415" imgH="41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211C29D6-CAF4-42F3-933D-B650733ED4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92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872493"/>
            <a:ext cx="8520112" cy="61229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1" y="1674814"/>
            <a:ext cx="8520113" cy="45021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/>
            </a:pPr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0"/>
            <a:endParaRPr lang="en-US" noProof="0"/>
          </a:p>
          <a:p>
            <a:pPr lvl="0"/>
            <a:r>
              <a:rPr lang="en-US" noProof="0"/>
              <a:t>ZWISCHENTITEL MIT GROSSBUCHSTABEN IN «AVERTA BOLD»</a:t>
            </a:r>
          </a:p>
          <a:p>
            <a:pPr lvl="0"/>
            <a:endParaRPr lang="en-US" noProof="0"/>
          </a:p>
          <a:p>
            <a:pPr lvl="0"/>
            <a:r>
              <a:rPr lang="en-US" noProof="0" err="1"/>
              <a:t>Textmasterformat</a:t>
            </a:r>
            <a:r>
              <a:rPr lang="en-US" noProof="0"/>
              <a:t> </a:t>
            </a:r>
            <a:r>
              <a:rPr lang="en-US" noProof="0" err="1"/>
              <a:t>bearbeiten</a:t>
            </a:r>
            <a:endParaRPr lang="en-US" noProof="0"/>
          </a:p>
          <a:p>
            <a:pPr lvl="1"/>
            <a:r>
              <a:rPr lang="en-US" noProof="0" err="1"/>
              <a:t>Zweite</a:t>
            </a:r>
            <a:r>
              <a:rPr lang="en-US" noProof="0"/>
              <a:t> Ebene</a:t>
            </a:r>
          </a:p>
          <a:p>
            <a:pPr lvl="2"/>
            <a:r>
              <a:rPr lang="en-US" noProof="0" err="1"/>
              <a:t>Dritte</a:t>
            </a:r>
            <a:r>
              <a:rPr lang="en-US" noProof="0"/>
              <a:t> Ebene</a:t>
            </a:r>
          </a:p>
          <a:p>
            <a:pPr lvl="3"/>
            <a:r>
              <a:rPr lang="en-US" noProof="0" err="1"/>
              <a:t>Vierte</a:t>
            </a:r>
            <a:r>
              <a:rPr lang="en-US" noProof="0"/>
              <a:t> Ebene</a:t>
            </a:r>
          </a:p>
          <a:p>
            <a:pPr lvl="4"/>
            <a:r>
              <a:rPr lang="en-US" noProof="0" err="1"/>
              <a:t>Fünfte</a:t>
            </a:r>
            <a:r>
              <a:rPr lang="en-US" noProof="0"/>
              <a:t>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42900" y="6525577"/>
            <a:ext cx="113503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fld id="{075C2892-2FAE-47B3-B03D-BFE55726AAC5}" type="datetime1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42902" y="332423"/>
            <a:ext cx="5751909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  <a:latin typeface="Averta PE Light" panose="00000400000000000000" pitchFamily="50" charset="0"/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342901" y="449562"/>
            <a:ext cx="558974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cap="all" baseline="0">
                <a:solidFill>
                  <a:schemeClr val="accent2"/>
                </a:solidFill>
                <a:latin typeface="Averta PE Light" panose="00000400000000000000" pitchFamily="50" charset="0"/>
              </a:defRPr>
            </a:lvl1pPr>
          </a:lstStyle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‹#›</a:t>
            </a:fld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126706-F82E-4003-B37F-DDFD46B67EBD}"/>
              </a:ext>
            </a:extLst>
          </p:cNvPr>
          <p:cNvSpPr txBox="1"/>
          <p:nvPr userDrawn="1"/>
        </p:nvSpPr>
        <p:spPr>
          <a:xfrm rot="16200000">
            <a:off x="7626795" y="5198843"/>
            <a:ext cx="3212976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600" spc="40" baseline="0" noProof="0">
                <a:solidFill>
                  <a:schemeClr val="bg1">
                    <a:lumMod val="75000"/>
                  </a:schemeClr>
                </a:solidFill>
                <a:latin typeface="Averta PE Light" panose="00000400000000000000" pitchFamily="50" charset="0"/>
              </a:rPr>
              <a:t>Erstellt durch Vorlagenbauer.ch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2083A1-E6AB-EE57-C053-686C809A75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87357" y="351269"/>
            <a:ext cx="673337" cy="20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684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97" r:id="rId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kern="1200" cap="all" spc="10" baseline="0">
          <a:solidFill>
            <a:schemeClr val="accent2"/>
          </a:solidFill>
          <a:latin typeface="Averta PE Extrabold" panose="000009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5000"/>
        </a:lnSpc>
        <a:spcBef>
          <a:spcPts val="0"/>
        </a:spcBef>
        <a:buFont typeface="+mj-lt"/>
        <a:buNone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2pPr>
      <a:lvl3pPr marL="536575" indent="-185738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3pPr>
      <a:lvl4pPr marL="895350" indent="-174625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4pPr>
      <a:lvl5pPr marL="1257300" indent="-184150" algn="l" defTabSz="914400" rtl="0" eaLnBrk="1" latinLnBrk="0" hangingPunct="1">
        <a:lnSpc>
          <a:spcPct val="105000"/>
        </a:lnSpc>
        <a:spcBef>
          <a:spcPts val="0"/>
        </a:spcBef>
        <a:buFont typeface="Averta Light" panose="00000400000000000000" pitchFamily="50" charset="0"/>
        <a:buChar char="‒"/>
        <a:defRPr sz="1600" kern="1200">
          <a:solidFill>
            <a:schemeClr val="tx1"/>
          </a:solidFill>
          <a:latin typeface="Averta PE Light" panose="000004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 userDrawn="1">
          <p15:clr>
            <a:srgbClr val="F26B43"/>
          </p15:clr>
        </p15:guide>
        <p15:guide id="5" orient="horz" pos="4091" userDrawn="1">
          <p15:clr>
            <a:srgbClr val="F26B43"/>
          </p15:clr>
        </p15:guide>
        <p15:guide id="6" pos="5583" userDrawn="1">
          <p15:clr>
            <a:srgbClr val="F26B43"/>
          </p15:clr>
        </p15:guide>
        <p15:guide id="7" pos="1921" userDrawn="1">
          <p15:clr>
            <a:srgbClr val="F26B43"/>
          </p15:clr>
        </p15:guide>
        <p15:guide id="8" pos="3839" userDrawn="1">
          <p15:clr>
            <a:srgbClr val="F26B43"/>
          </p15:clr>
        </p15:guide>
        <p15:guide id="9" pos="2880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  <p15:guide id="11" orient="horz" pos="547" userDrawn="1">
          <p15:clr>
            <a:srgbClr val="F26B43"/>
          </p15:clr>
        </p15:guide>
        <p15:guide id="12" orient="horz" pos="1055" userDrawn="1">
          <p15:clr>
            <a:srgbClr val="F26B43"/>
          </p15:clr>
        </p15:guide>
        <p15:guide id="13" orient="horz" pos="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9.bin"/><Relationship Id="rId2" Type="http://schemas.openxmlformats.org/officeDocument/2006/relationships/slideLayout" Target="../slideLayouts/slideLayout409.xml"/><Relationship Id="rId1" Type="http://schemas.openxmlformats.org/officeDocument/2006/relationships/tags" Target="../tags/tag255.xml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0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>
            <a:extLst>
              <a:ext uri="{FF2B5EF4-FFF2-40B4-BE49-F238E27FC236}">
                <a16:creationId xmlns:a16="http://schemas.microsoft.com/office/drawing/2014/main" id="{95B8D6D2-AF41-4E4A-9AD0-3701D338C52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-1522412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395" imgH="394" progId="TCLayout.ActiveDocument.1">
                  <p:embed/>
                </p:oleObj>
              </mc:Choice>
              <mc:Fallback>
                <p:oleObj name="think-cell Folie" r:id="rId3" imgW="395" imgH="394" progId="TCLayout.ActiveDocument.1">
                  <p:embed/>
                  <p:pic>
                    <p:nvPicPr>
                      <p:cNvPr id="8" name="Objekt 7" hidden="1">
                        <a:extLst>
                          <a:ext uri="{FF2B5EF4-FFF2-40B4-BE49-F238E27FC236}">
                            <a16:creationId xmlns:a16="http://schemas.microsoft.com/office/drawing/2014/main" id="{95B8D6D2-AF41-4E4A-9AD0-3701D338C52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-1522412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9">
            <a:extLst>
              <a:ext uri="{FF2B5EF4-FFF2-40B4-BE49-F238E27FC236}">
                <a16:creationId xmlns:a16="http://schemas.microsoft.com/office/drawing/2014/main" id="{5641518B-B72A-410D-B867-B860E4FDD9A8}"/>
              </a:ext>
            </a:extLst>
          </p:cNvPr>
          <p:cNvSpPr/>
          <p:nvPr/>
        </p:nvSpPr>
        <p:spPr>
          <a:xfrm>
            <a:off x="143508" y="1448780"/>
            <a:ext cx="8856984" cy="3960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sz="7200" dirty="0">
                <a:solidFill>
                  <a:srgbClr val="987147"/>
                </a:solidFill>
                <a:latin typeface="Averta PE Extrabold" panose="00000900000000000000" pitchFamily="50" charset="0"/>
              </a:rPr>
              <a:t>BOSS GOLF </a:t>
            </a:r>
          </a:p>
          <a:p>
            <a:pPr algn="ctr">
              <a:defRPr/>
            </a:pPr>
            <a:r>
              <a:rPr lang="en-US" sz="5400" dirty="0">
                <a:solidFill>
                  <a:srgbClr val="987147"/>
                </a:solidFill>
                <a:latin typeface="Averta PE Extrabold" panose="00000900000000000000" pitchFamily="50" charset="0"/>
              </a:rPr>
              <a:t>FALL</a:t>
            </a:r>
            <a:r>
              <a:rPr lang="ko-KR" altLang="en-US" sz="5400" dirty="0">
                <a:solidFill>
                  <a:srgbClr val="987147"/>
                </a:solidFill>
                <a:latin typeface="Averta PE Extrabold" panose="00000900000000000000" pitchFamily="50" charset="0"/>
              </a:rPr>
              <a:t> </a:t>
            </a:r>
            <a:r>
              <a:rPr lang="en-US" altLang="ko-KR" sz="5400" dirty="0">
                <a:solidFill>
                  <a:srgbClr val="987147"/>
                </a:solidFill>
                <a:latin typeface="Averta PE Extrabold" panose="00000900000000000000" pitchFamily="50" charset="0"/>
              </a:rPr>
              <a:t>WINTER</a:t>
            </a:r>
            <a:r>
              <a:rPr lang="en-US" sz="5400" dirty="0">
                <a:solidFill>
                  <a:srgbClr val="987147"/>
                </a:solidFill>
                <a:latin typeface="Averta PE Extrabold" panose="00000900000000000000" pitchFamily="50" charset="0"/>
              </a:rPr>
              <a:t>‘26</a:t>
            </a:r>
          </a:p>
          <a:p>
            <a:pPr algn="ctr">
              <a:defRPr/>
            </a:pPr>
            <a:r>
              <a:rPr lang="en-US" sz="5400" dirty="0">
                <a:solidFill>
                  <a:srgbClr val="987147"/>
                </a:solidFill>
                <a:latin typeface="Averta PE Extrabold" panose="00000900000000000000" pitchFamily="50" charset="0"/>
              </a:rPr>
              <a:t>OVERVIEW</a:t>
            </a:r>
          </a:p>
          <a:p>
            <a:pPr algn="ctr">
              <a:defRPr/>
            </a:pPr>
            <a:r>
              <a:rPr lang="en-US" sz="5400" dirty="0">
                <a:solidFill>
                  <a:srgbClr val="987147"/>
                </a:solidFill>
                <a:latin typeface="Averta PE Extrabold" panose="00000900000000000000" pitchFamily="50" charset="0"/>
              </a:rPr>
              <a:t>-MAIN-</a:t>
            </a:r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BCDCC429-19C9-B248-2D13-28EC6A5B70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_</a:t>
            </a:r>
            <a:endParaRPr lang="en-US" noProof="0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14BB14F-190D-CBFE-631C-A0B36FC0BC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1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62785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9">
            <a:extLst>
              <a:ext uri="{FF2B5EF4-FFF2-40B4-BE49-F238E27FC236}">
                <a16:creationId xmlns:a16="http://schemas.microsoft.com/office/drawing/2014/main" id="{3FB6F003-D41D-31DC-7552-EBFF129E41CB}"/>
              </a:ext>
            </a:extLst>
          </p:cNvPr>
          <p:cNvSpPr/>
          <p:nvPr/>
        </p:nvSpPr>
        <p:spPr>
          <a:xfrm>
            <a:off x="143508" y="1448780"/>
            <a:ext cx="8856984" cy="3960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sz="5400" dirty="0">
                <a:solidFill>
                  <a:srgbClr val="987147"/>
                </a:solidFill>
                <a:latin typeface="Averta PE Extrabold" panose="00000900000000000000" pitchFamily="50" charset="0"/>
              </a:rPr>
              <a:t>FW ‘26</a:t>
            </a:r>
          </a:p>
          <a:p>
            <a:pPr algn="ctr">
              <a:defRPr/>
            </a:pPr>
            <a:r>
              <a:rPr lang="en-US" sz="5400" dirty="0">
                <a:solidFill>
                  <a:srgbClr val="987147"/>
                </a:solidFill>
                <a:latin typeface="Averta PE Extrabold" panose="00000900000000000000" pitchFamily="50" charset="0"/>
              </a:rPr>
              <a:t>OVERVIEW</a:t>
            </a:r>
          </a:p>
          <a:p>
            <a:pPr algn="ctr">
              <a:defRPr/>
            </a:pPr>
            <a:r>
              <a:rPr lang="en-US" sz="5400" dirty="0">
                <a:solidFill>
                  <a:srgbClr val="987147"/>
                </a:solidFill>
                <a:latin typeface="Averta PE Extrabold" panose="00000900000000000000" pitchFamily="50" charset="0"/>
              </a:rPr>
              <a:t>- MEN’S-</a:t>
            </a:r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9AF675D1-A6E8-749D-A186-8079815C3E1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_</a:t>
            </a:r>
            <a:endParaRPr lang="en-US" noProof="0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E36B02C-B2BF-AF53-89CD-CEAA0C3154D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2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86499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FF859-9B2B-00E2-EEA7-5EA8348B2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0CF69-1B97-B6D0-905A-F0D399272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876799"/>
            <a:ext cx="8611553" cy="288258"/>
          </a:xfrm>
        </p:spPr>
        <p:txBody>
          <a:bodyPr/>
          <a:lstStyle/>
          <a:p>
            <a:r>
              <a:rPr lang="en-US" altLang="ko-KR" dirty="0"/>
              <a:t>MEN’S OUTER_JULY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B10652-62FB-52F7-1912-C36F171E341D}"/>
              </a:ext>
            </a:extLst>
          </p:cNvPr>
          <p:cNvSpPr/>
          <p:nvPr/>
        </p:nvSpPr>
        <p:spPr>
          <a:xfrm>
            <a:off x="308066" y="5447071"/>
            <a:ext cx="8527252" cy="1366305"/>
          </a:xfrm>
          <a:prstGeom prst="rect">
            <a:avLst/>
          </a:prstGeom>
          <a:noFill/>
          <a:ln>
            <a:solidFill>
              <a:srgbClr val="98714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A46671-85DE-935B-3F21-240B8884D17E}"/>
              </a:ext>
            </a:extLst>
          </p:cNvPr>
          <p:cNvSpPr txBox="1"/>
          <p:nvPr/>
        </p:nvSpPr>
        <p:spPr>
          <a:xfrm>
            <a:off x="323528" y="5210826"/>
            <a:ext cx="25009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1200" b="1" dirty="0">
                <a:solidFill>
                  <a:schemeClr val="accent2"/>
                </a:solidFill>
              </a:rPr>
              <a:t>APPROVAL CONFIRM</a:t>
            </a:r>
            <a:endParaRPr lang="ko-KR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55D3C48-A1E7-54BD-D529-A7140719244D}"/>
              </a:ext>
            </a:extLst>
          </p:cNvPr>
          <p:cNvSpPr/>
          <p:nvPr/>
        </p:nvSpPr>
        <p:spPr>
          <a:xfrm>
            <a:off x="4646488" y="1305469"/>
            <a:ext cx="1384106" cy="112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B32C1D-DF09-610B-87A2-B348CECE8D42}"/>
              </a:ext>
            </a:extLst>
          </p:cNvPr>
          <p:cNvSpPr/>
          <p:nvPr/>
        </p:nvSpPr>
        <p:spPr>
          <a:xfrm>
            <a:off x="4650186" y="2540919"/>
            <a:ext cx="1384106" cy="276468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1F89E6-DC4B-C0D8-D937-69DD35FC90DF}"/>
              </a:ext>
            </a:extLst>
          </p:cNvPr>
          <p:cNvSpPr txBox="1"/>
          <p:nvPr/>
        </p:nvSpPr>
        <p:spPr>
          <a:xfrm>
            <a:off x="4680620" y="1332426"/>
            <a:ext cx="631881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/>
              <a:t>LOGO</a:t>
            </a:r>
            <a:endParaRPr lang="ko-KR" altLang="en-US" sz="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CAB422-204E-E208-56B4-5DE660594E25}"/>
              </a:ext>
            </a:extLst>
          </p:cNvPr>
          <p:cNvSpPr txBox="1"/>
          <p:nvPr/>
        </p:nvSpPr>
        <p:spPr>
          <a:xfrm>
            <a:off x="4680620" y="2565278"/>
            <a:ext cx="102972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/>
              <a:t>ARTWORK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C992EA-4B37-B69C-B9CF-D0116F4A56D9}"/>
              </a:ext>
            </a:extLst>
          </p:cNvPr>
          <p:cNvSpPr txBox="1"/>
          <p:nvPr/>
        </p:nvSpPr>
        <p:spPr>
          <a:xfrm>
            <a:off x="6948264" y="1279793"/>
            <a:ext cx="191474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dirty="0"/>
              <a:t> </a:t>
            </a:r>
            <a:r>
              <a:rPr lang="en-US" altLang="ko-KR" dirty="0"/>
              <a:t>RRP : Undecided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5BFE8C-1425-96AA-B97D-212082398BF6}"/>
              </a:ext>
            </a:extLst>
          </p:cNvPr>
          <p:cNvSpPr txBox="1"/>
          <p:nvPr/>
        </p:nvSpPr>
        <p:spPr>
          <a:xfrm>
            <a:off x="6084463" y="3922888"/>
            <a:ext cx="1411117" cy="21088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1000" dirty="0"/>
              <a:t>Colorway</a:t>
            </a:r>
            <a:endParaRPr lang="ko-KR" altLang="en-US" sz="1000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03DD93F-03EC-CDB0-59EA-C36409FC9047}"/>
              </a:ext>
            </a:extLst>
          </p:cNvPr>
          <p:cNvSpPr txBox="1"/>
          <p:nvPr/>
        </p:nvSpPr>
        <p:spPr>
          <a:xfrm>
            <a:off x="436392" y="5573938"/>
            <a:ext cx="833398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8900" indent="-88900">
              <a:buFontTx/>
              <a:buChar char="-"/>
            </a:pPr>
            <a:r>
              <a:rPr lang="it-IT" sz="1400" dirty="0"/>
              <a:t> </a:t>
            </a:r>
            <a:endParaRPr lang="en-GB" sz="1400" dirty="0"/>
          </a:p>
        </p:txBody>
      </p:sp>
      <p:sp>
        <p:nvSpPr>
          <p:cNvPr id="22" name="제목 1">
            <a:extLst>
              <a:ext uri="{FF2B5EF4-FFF2-40B4-BE49-F238E27FC236}">
                <a16:creationId xmlns:a16="http://schemas.microsoft.com/office/drawing/2014/main" id="{09C9FDCD-2B1D-9A2B-0E37-4E85C859B533}"/>
              </a:ext>
            </a:extLst>
          </p:cNvPr>
          <p:cNvSpPr txBox="1">
            <a:spLocks/>
          </p:cNvSpPr>
          <p:nvPr/>
        </p:nvSpPr>
        <p:spPr>
          <a:xfrm>
            <a:off x="827584" y="460811"/>
            <a:ext cx="2701180" cy="14401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2400" kern="1200" cap="all" spc="10" baseline="0">
                <a:solidFill>
                  <a:schemeClr val="accent2"/>
                </a:solidFill>
                <a:latin typeface="Averta PE Extrabold" panose="00000900000000000000" pitchFamily="50" charset="0"/>
                <a:ea typeface="+mj-ea"/>
                <a:cs typeface="+mj-cs"/>
              </a:defRPr>
            </a:lvl1pPr>
          </a:lstStyle>
          <a:p>
            <a:r>
              <a:rPr lang="en-US" altLang="ko-KR" sz="1200" dirty="0">
                <a:solidFill>
                  <a:srgbClr val="C00000"/>
                </a:solidFill>
              </a:rPr>
              <a:t>JETSET LUXE</a:t>
            </a:r>
            <a:endParaRPr lang="ko-KR" altLang="en-US" sz="1200" dirty="0">
              <a:solidFill>
                <a:srgbClr val="C00000"/>
              </a:solidFill>
            </a:endParaRPr>
          </a:p>
          <a:p>
            <a:endParaRPr lang="ko-KR" altLang="en-US" sz="1200" dirty="0">
              <a:solidFill>
                <a:srgbClr val="00B0F0"/>
              </a:solidFill>
            </a:endParaRPr>
          </a:p>
        </p:txBody>
      </p:sp>
      <p:pic>
        <p:nvPicPr>
          <p:cNvPr id="16" name="그래픽 15">
            <a:extLst>
              <a:ext uri="{FF2B5EF4-FFF2-40B4-BE49-F238E27FC236}">
                <a16:creationId xmlns:a16="http://schemas.microsoft.com/office/drawing/2014/main" id="{F373FFF4-BD4C-2910-99BE-2300C1FEB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3425" y="3414712"/>
            <a:ext cx="57150" cy="28575"/>
          </a:xfrm>
          <a:prstGeom prst="rect">
            <a:avLst/>
          </a:prstGeom>
        </p:spPr>
      </p:pic>
      <p:sp>
        <p:nvSpPr>
          <p:cNvPr id="10" name="TextBox 45">
            <a:extLst>
              <a:ext uri="{FF2B5EF4-FFF2-40B4-BE49-F238E27FC236}">
                <a16:creationId xmlns:a16="http://schemas.microsoft.com/office/drawing/2014/main" id="{F2984F2D-511E-3696-AB55-E3586B44405E}"/>
              </a:ext>
            </a:extLst>
          </p:cNvPr>
          <p:cNvSpPr txBox="1"/>
          <p:nvPr/>
        </p:nvSpPr>
        <p:spPr>
          <a:xfrm>
            <a:off x="6117255" y="4113891"/>
            <a:ext cx="14752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000" dirty="0"/>
              <a:t>①</a:t>
            </a:r>
            <a:r>
              <a:rPr lang="en-US" altLang="ko-KR" sz="1000" dirty="0"/>
              <a:t> LIGHT GREY</a:t>
            </a:r>
            <a:endParaRPr lang="ko-KR" altLang="en-US" sz="1050" dirty="0"/>
          </a:p>
        </p:txBody>
      </p:sp>
      <p:sp>
        <p:nvSpPr>
          <p:cNvPr id="17" name="TextBox 46">
            <a:extLst>
              <a:ext uri="{FF2B5EF4-FFF2-40B4-BE49-F238E27FC236}">
                <a16:creationId xmlns:a16="http://schemas.microsoft.com/office/drawing/2014/main" id="{5CB30251-66E5-A5F5-5CC5-8AE6C4F04C4C}"/>
              </a:ext>
            </a:extLst>
          </p:cNvPr>
          <p:cNvSpPr txBox="1"/>
          <p:nvPr/>
        </p:nvSpPr>
        <p:spPr>
          <a:xfrm>
            <a:off x="7120457" y="4113891"/>
            <a:ext cx="91177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000" dirty="0"/>
              <a:t>②</a:t>
            </a:r>
            <a:r>
              <a:rPr lang="en-US" altLang="ko-KR" sz="1000" dirty="0"/>
              <a:t>MOCA</a:t>
            </a:r>
            <a:endParaRPr lang="ko-KR" altLang="en-US" sz="1050" dirty="0"/>
          </a:p>
        </p:txBody>
      </p:sp>
      <p:sp>
        <p:nvSpPr>
          <p:cNvPr id="29" name="바닥글 개체 틀 28">
            <a:extLst>
              <a:ext uri="{FF2B5EF4-FFF2-40B4-BE49-F238E27FC236}">
                <a16:creationId xmlns:a16="http://schemas.microsoft.com/office/drawing/2014/main" id="{85C55A33-4F96-A65A-5B90-B04DEA6E6F9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noProof="0"/>
              <a:t>_</a:t>
            </a:r>
            <a:endParaRPr lang="en-US" noProof="0" dirty="0"/>
          </a:p>
        </p:txBody>
      </p:sp>
      <p:sp>
        <p:nvSpPr>
          <p:cNvPr id="30" name="슬라이드 번호 개체 틀 29">
            <a:extLst>
              <a:ext uri="{FF2B5EF4-FFF2-40B4-BE49-F238E27FC236}">
                <a16:creationId xmlns:a16="http://schemas.microsoft.com/office/drawing/2014/main" id="{0222E74F-44A5-C173-55F1-5E78B99A10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l"/>
            <a:r>
              <a:rPr lang="en-US"/>
              <a:t>Page </a:t>
            </a:r>
            <a:fld id="{442AD375-037F-43D0-B059-5172DA06796A}" type="slidenum">
              <a:rPr lang="en-US" smtClean="0"/>
              <a:pPr algn="l"/>
              <a:t>3</a:t>
            </a:fld>
            <a:endParaRPr lang="en-US" noProof="0"/>
          </a:p>
        </p:txBody>
      </p:sp>
      <p:sp>
        <p:nvSpPr>
          <p:cNvPr id="32" name="텍스트 개체 틀 6">
            <a:extLst>
              <a:ext uri="{FF2B5EF4-FFF2-40B4-BE49-F238E27FC236}">
                <a16:creationId xmlns:a16="http://schemas.microsoft.com/office/drawing/2014/main" id="{6E370F6C-64F8-CF0C-75CD-058BE150B0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3327" y="1196473"/>
            <a:ext cx="8520112" cy="288000"/>
          </a:xfrm>
        </p:spPr>
        <p:txBody>
          <a:bodyPr/>
          <a:lstStyle/>
          <a:p>
            <a:r>
              <a:rPr lang="en-US" altLang="ko-KR" dirty="0"/>
              <a:t>MFJK-01</a:t>
            </a:r>
            <a:endParaRPr lang="ko-KR" altLang="en-US" dirty="0"/>
          </a:p>
        </p:txBody>
      </p:sp>
      <p:sp>
        <p:nvSpPr>
          <p:cNvPr id="20" name="TextBox 46">
            <a:extLst>
              <a:ext uri="{FF2B5EF4-FFF2-40B4-BE49-F238E27FC236}">
                <a16:creationId xmlns:a16="http://schemas.microsoft.com/office/drawing/2014/main" id="{65486999-4965-C7F2-34CC-93D1D3B75477}"/>
              </a:ext>
            </a:extLst>
          </p:cNvPr>
          <p:cNvSpPr txBox="1"/>
          <p:nvPr/>
        </p:nvSpPr>
        <p:spPr>
          <a:xfrm>
            <a:off x="8108312" y="4099659"/>
            <a:ext cx="91177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000" dirty="0"/>
              <a:t>③</a:t>
            </a:r>
            <a:r>
              <a:rPr lang="en-US" altLang="ko-KR" sz="1000" dirty="0"/>
              <a:t>NAVY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99077227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702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2&quot;&gt;&lt;elem m_fUsage=&quot;1.00000000000000000000E+00&quot;&gt;&lt;m_msothmcolidx val=&quot;0&quot;/&gt;&lt;m_rgb r=&quot;9E&quot; g=&quot;78&quot; b=&quot;61&quot;/&gt;&lt;/elem&gt;&lt;elem m_fUsage=&quot;9.00000000000000022204E-01&quot;&gt;&lt;m_msothmcolidx val=&quot;0&quot;/&gt;&lt;m_rgb r=&quot;95&quot; g=&quot;82&quot; b=&quot;6A&quot;/&gt;&lt;/elem&gt;&lt;/m_vecMRU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 (Averta PE)">
      <a:majorFont>
        <a:latin typeface="Averta PE Extrabold"/>
        <a:ea typeface=""/>
        <a:cs typeface=""/>
      </a:majorFont>
      <a:minorFont>
        <a:latin typeface="Averta P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HB Presentation Master.potx" id="{9EBC6DE0-21A7-4BD8-B7A0-6964F484CAF5}" vid="{5D6F60FF-DBC0-4A46-9733-98E7BB32DDD8}"/>
    </a:ext>
  </a:extLst>
</a:theme>
</file>

<file path=ppt/theme/theme2.xml><?xml version="1.0" encoding="utf-8"?>
<a:theme xmlns:a="http://schemas.openxmlformats.org/drawingml/2006/main" name="Hugo">
  <a:themeElements>
    <a:clrScheme name="HB Hugo">
      <a:dk1>
        <a:sysClr val="windowText" lastClr="000000"/>
      </a:dk1>
      <a:lt1>
        <a:sysClr val="window" lastClr="FFFFFF"/>
      </a:lt1>
      <a:dk2>
        <a:srgbClr val="B61F29"/>
      </a:dk2>
      <a:lt2>
        <a:srgbClr val="B9B9B9"/>
      </a:lt2>
      <a:accent1>
        <a:srgbClr val="000000"/>
      </a:accent1>
      <a:accent2>
        <a:srgbClr val="B61F29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 (Averta PE)">
      <a:majorFont>
        <a:latin typeface="Averta PE Extrabold"/>
        <a:ea typeface=""/>
        <a:cs typeface=""/>
      </a:majorFont>
      <a:minorFont>
        <a:latin typeface="Averta P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HB Presentation Master.potx" id="{9EBC6DE0-21A7-4BD8-B7A0-6964F484CAF5}" vid="{D93890D9-55BE-4E9C-AB16-5EEE5F47156B}"/>
    </a:ext>
  </a:extLst>
</a:theme>
</file>

<file path=ppt/theme/theme3.xml><?xml version="1.0" encoding="utf-8"?>
<a:theme xmlns:a="http://schemas.openxmlformats.org/drawingml/2006/main" name="Boss">
  <a:themeElements>
    <a:clrScheme name="HB Boss">
      <a:dk1>
        <a:sysClr val="windowText" lastClr="000000"/>
      </a:dk1>
      <a:lt1>
        <a:sysClr val="window" lastClr="FFFFFF"/>
      </a:lt1>
      <a:dk2>
        <a:srgbClr val="987147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 (Averta PE)">
      <a:majorFont>
        <a:latin typeface="Averta PE Extrabold"/>
        <a:ea typeface=""/>
        <a:cs typeface=""/>
      </a:majorFont>
      <a:minorFont>
        <a:latin typeface="Averta P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HB Presentation Master.potx" id="{9EBC6DE0-21A7-4BD8-B7A0-6964F484CAF5}" vid="{CEBE9D3C-7B0F-4EF2-98FE-A71FB15B97B2}"/>
    </a:ext>
  </a:extLst>
</a:theme>
</file>

<file path=ppt/theme/theme4.xml><?xml version="1.0" encoding="utf-8"?>
<a:theme xmlns:a="http://schemas.openxmlformats.org/drawingml/2006/main" name="1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 (Averta PE)">
      <a:majorFont>
        <a:latin typeface="Averta PE Extrabold"/>
        <a:ea typeface=""/>
        <a:cs typeface=""/>
      </a:majorFont>
      <a:minorFont>
        <a:latin typeface="Averta P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9_2.potx" id="{D3EAD99F-C0DC-4D87-A95B-BF714899AF0F}" vid="{0E4E97CA-1CFF-4F03-B16E-1BC79DC563B1}"/>
    </a:ext>
  </a:extLst>
</a:theme>
</file>

<file path=ppt/theme/theme5.xml><?xml version="1.0" encoding="utf-8"?>
<a:theme xmlns:a="http://schemas.openxmlformats.org/drawingml/2006/main" name="3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 (Averta PE)">
      <a:majorFont>
        <a:latin typeface="Averta PE Extrabold"/>
        <a:ea typeface=""/>
        <a:cs typeface=""/>
      </a:majorFont>
      <a:minorFont>
        <a:latin typeface="Averta P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HB Presentation Master.potx" id="{9EBC6DE0-21A7-4BD8-B7A0-6964F484CAF5}" vid="{5D6F60FF-DBC0-4A46-9733-98E7BB32DDD8}"/>
    </a:ext>
  </a:extLst>
</a:theme>
</file>

<file path=ppt/theme/theme6.xml><?xml version="1.0" encoding="utf-8"?>
<a:theme xmlns:a="http://schemas.openxmlformats.org/drawingml/2006/main" name="21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3.potx" id="{0BA37B15-39C7-45AF-B54E-65891AA03DB8}" vid="{690A472A-8207-473A-94A5-540736EB6AA4}"/>
    </a:ext>
  </a:extLst>
</a:theme>
</file>

<file path=ppt/theme/theme7.xml><?xml version="1.0" encoding="utf-8"?>
<a:theme xmlns:a="http://schemas.openxmlformats.org/drawingml/2006/main" name="4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3.potx" id="{0BA37B15-39C7-45AF-B54E-65891AA03DB8}" vid="{690A472A-8207-473A-94A5-540736EB6AA4}"/>
    </a:ext>
  </a:extLst>
</a:theme>
</file>

<file path=ppt/theme/theme8.xml><?xml version="1.0" encoding="utf-8"?>
<a:theme xmlns:a="http://schemas.openxmlformats.org/drawingml/2006/main" name="2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 (Averta PE)">
      <a:majorFont>
        <a:latin typeface="Averta PE Extrabold"/>
        <a:ea typeface=""/>
        <a:cs typeface=""/>
      </a:majorFont>
      <a:minorFont>
        <a:latin typeface="Averta P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9_2.potx" id="{D3EAD99F-C0DC-4D87-A95B-BF714899AF0F}" vid="{0E4E97CA-1CFF-4F03-B16E-1BC79DC563B1}"/>
    </a:ext>
  </a:extLst>
</a:theme>
</file>

<file path=ppt/theme/theme9.xml><?xml version="1.0" encoding="utf-8"?>
<a:theme xmlns:a="http://schemas.openxmlformats.org/drawingml/2006/main" name="18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3.potx" id="{0BA37B15-39C7-45AF-B54E-65891AA03DB8}" vid="{690A472A-8207-473A-94A5-540736EB6AA4}"/>
    </a:ext>
  </a:extLst>
</a:theme>
</file>

<file path=ppt/theme/theme10.xml><?xml version="1.0" encoding="utf-8"?>
<a:theme xmlns:a="http://schemas.openxmlformats.org/drawingml/2006/main" name="5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 (Averta PE)">
      <a:majorFont>
        <a:latin typeface="Averta PE Extrabold"/>
        <a:ea typeface=""/>
        <a:cs typeface=""/>
      </a:majorFont>
      <a:minorFont>
        <a:latin typeface="Averta PE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9_2.potx" id="{D3EAD99F-C0DC-4D87-A95B-BF714899AF0F}" vid="{0E4E97CA-1CFF-4F03-B16E-1BC79DC563B1}"/>
    </a:ext>
  </a:extLst>
</a:theme>
</file>

<file path=ppt/theme/theme11.xml><?xml version="1.0" encoding="utf-8"?>
<a:theme xmlns:a="http://schemas.openxmlformats.org/drawingml/2006/main" name="19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3.potx" id="{0BA37B15-39C7-45AF-B54E-65891AA03DB8}" vid="{690A472A-8207-473A-94A5-540736EB6AA4}"/>
    </a:ext>
  </a:extLst>
</a:theme>
</file>

<file path=ppt/theme/theme12.xml><?xml version="1.0" encoding="utf-8"?>
<a:theme xmlns:a="http://schemas.openxmlformats.org/drawingml/2006/main" name="20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3.potx" id="{0BA37B15-39C7-45AF-B54E-65891AA03DB8}" vid="{690A472A-8207-473A-94A5-540736EB6AA4}"/>
    </a:ext>
  </a:extLst>
</a:theme>
</file>

<file path=ppt/theme/theme13.xml><?xml version="1.0" encoding="utf-8"?>
<a:theme xmlns:a="http://schemas.openxmlformats.org/drawingml/2006/main" name="8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3.potx" id="{0BA37B15-39C7-45AF-B54E-65891AA03DB8}" vid="{690A472A-8207-473A-94A5-540736EB6AA4}"/>
    </a:ext>
  </a:extLst>
</a:theme>
</file>

<file path=ppt/theme/theme14.xml><?xml version="1.0" encoding="utf-8"?>
<a:theme xmlns:a="http://schemas.openxmlformats.org/drawingml/2006/main" name="22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3.potx" id="{0BA37B15-39C7-45AF-B54E-65891AA03DB8}" vid="{690A472A-8207-473A-94A5-540736EB6AA4}"/>
    </a:ext>
  </a:extLst>
</a:theme>
</file>

<file path=ppt/theme/theme15.xml><?xml version="1.0" encoding="utf-8"?>
<a:theme xmlns:a="http://schemas.openxmlformats.org/drawingml/2006/main" name="23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3.potx" id="{0BA37B15-39C7-45AF-B54E-65891AA03DB8}" vid="{690A472A-8207-473A-94A5-540736EB6AA4}"/>
    </a:ext>
  </a:extLst>
</a:theme>
</file>

<file path=ppt/theme/theme16.xml><?xml version="1.0" encoding="utf-8"?>
<a:theme xmlns:a="http://schemas.openxmlformats.org/drawingml/2006/main" name="22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3.potx" id="{0BA37B15-39C7-45AF-B54E-65891AA03DB8}" vid="{690A472A-8207-473A-94A5-540736EB6AA4}"/>
    </a:ext>
  </a:extLst>
</a:theme>
</file>

<file path=ppt/theme/theme17.xml><?xml version="1.0" encoding="utf-8"?>
<a:theme xmlns:a="http://schemas.openxmlformats.org/drawingml/2006/main" name="22_Hugo Boss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Hugo Boss V3.potx" id="{0BA37B15-39C7-45AF-B54E-65891AA03DB8}" vid="{690A472A-8207-473A-94A5-540736EB6AA4}"/>
    </a:ext>
  </a:extLst>
</a:theme>
</file>

<file path=ppt/theme/theme18.xml><?xml version="1.0" encoding="utf-8"?>
<a:theme xmlns:a="http://schemas.openxmlformats.org/drawingml/2006/main" name="Office Theme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B61F29"/>
      </a:accent1>
      <a:accent2>
        <a:srgbClr val="987107"/>
      </a:accent2>
      <a:accent3>
        <a:srgbClr val="EDEDED"/>
      </a:accent3>
      <a:accent4>
        <a:srgbClr val="D0D0D0"/>
      </a:accent4>
      <a:accent5>
        <a:srgbClr val="929292"/>
      </a:accent5>
      <a:accent6>
        <a:srgbClr val="4A4A4A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Office Theme">
  <a:themeElements>
    <a:clrScheme name="Hugo Boss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B61F29"/>
      </a:accent1>
      <a:accent2>
        <a:srgbClr val="987107"/>
      </a:accent2>
      <a:accent3>
        <a:srgbClr val="EDEDED"/>
      </a:accent3>
      <a:accent4>
        <a:srgbClr val="D0D0D0"/>
      </a:accent4>
      <a:accent5>
        <a:srgbClr val="929292"/>
      </a:accent5>
      <a:accent6>
        <a:srgbClr val="4A4A4A"/>
      </a:accent6>
      <a:hlink>
        <a:srgbClr val="000000"/>
      </a:hlink>
      <a:folHlink>
        <a:srgbClr val="000000"/>
      </a:folHlink>
    </a:clrScheme>
    <a:fontScheme name="Hugo Boss">
      <a:majorFont>
        <a:latin typeface="Averta Extrabold"/>
        <a:ea typeface=""/>
        <a:cs typeface=""/>
      </a:majorFont>
      <a:minorFont>
        <a:latin typeface="Avert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4A5C0078C337649A767EC399F2CF1C8" ma:contentTypeVersion="12" ma:contentTypeDescription="Create a new document." ma:contentTypeScope="" ma:versionID="bd65ff55f81c42e4ad51865629234cb5">
  <xsd:schema xmlns:xsd="http://www.w3.org/2001/XMLSchema" xmlns:xs="http://www.w3.org/2001/XMLSchema" xmlns:p="http://schemas.microsoft.com/office/2006/metadata/properties" xmlns:ns2="831b11c3-8e2c-45d0-b155-c3eadea8bd01" xmlns:ns3="0fce5a12-c40b-4fb2-9966-a137b8a66923" targetNamespace="http://schemas.microsoft.com/office/2006/metadata/properties" ma:root="true" ma:fieldsID="c2cc554b1eb5822411661ba96372c1a8" ns2:_="" ns3:_="">
    <xsd:import namespace="831b11c3-8e2c-45d0-b155-c3eadea8bd01"/>
    <xsd:import namespace="0fce5a12-c40b-4fb2-9966-a137b8a6692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1b11c3-8e2c-45d0-b155-c3eadea8bd0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ce5a12-c40b-4fb2-9966-a137b8a66923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397974A-8AD5-409B-97F6-6713EDF9C55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1b11c3-8e2c-45d0-b155-c3eadea8bd01"/>
    <ds:schemaRef ds:uri="0fce5a12-c40b-4fb2-9966-a137b8a669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9136</TotalTime>
  <Words>3004</Words>
  <Application>Microsoft Office PowerPoint</Application>
  <PresentationFormat>화면 슬라이드 쇼(4:3)</PresentationFormat>
  <Paragraphs>1421</Paragraphs>
  <Slides>3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17</vt:i4>
      </vt:variant>
      <vt:variant>
        <vt:lpstr>슬라이드 제목</vt:lpstr>
      </vt:variant>
      <vt:variant>
        <vt:i4>3</vt:i4>
      </vt:variant>
    </vt:vector>
  </HeadingPairs>
  <TitlesOfParts>
    <vt:vector size="20" baseType="lpstr">
      <vt:lpstr>Hugo Boss</vt:lpstr>
      <vt:lpstr>Hugo</vt:lpstr>
      <vt:lpstr>Boss</vt:lpstr>
      <vt:lpstr>1_Hugo Boss</vt:lpstr>
      <vt:lpstr>3_Hugo Boss</vt:lpstr>
      <vt:lpstr>21_Hugo Boss</vt:lpstr>
      <vt:lpstr>4_Hugo Boss</vt:lpstr>
      <vt:lpstr>2_Hugo Boss</vt:lpstr>
      <vt:lpstr>18_Hugo Boss</vt:lpstr>
      <vt:lpstr>5_Hugo Boss</vt:lpstr>
      <vt:lpstr>19_Hugo Boss</vt:lpstr>
      <vt:lpstr>20_Hugo Boss</vt:lpstr>
      <vt:lpstr>8_Hugo Boss</vt:lpstr>
      <vt:lpstr>22_Hugo Boss</vt:lpstr>
      <vt:lpstr>23_Hugo Boss</vt:lpstr>
      <vt:lpstr>22_Hugo Boss</vt:lpstr>
      <vt:lpstr>22_Hugo Boss</vt:lpstr>
      <vt:lpstr>PowerPoint 프레젠테이션</vt:lpstr>
      <vt:lpstr>PowerPoint 프레젠테이션</vt:lpstr>
      <vt:lpstr>MEN’S OUTER_JULY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Pepper, Carey</dc:creator>
  <cp:lastModifiedBy>김 미선</cp:lastModifiedBy>
  <cp:revision>1121</cp:revision>
  <cp:lastPrinted>2025-07-09T08:02:37Z</cp:lastPrinted>
  <dcterms:created xsi:type="dcterms:W3CDTF">2022-01-30T12:50:01Z</dcterms:created>
  <dcterms:modified xsi:type="dcterms:W3CDTF">2026-01-09T12:24:05Z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0x010100B4A5C0078C337649A767EC399F2CF1C8</vt:lpwstr>
  </property>
</Properties>
</file>
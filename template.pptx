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6858000" cx="9144000"/>
  <p:notesSz cx="6797675" cy="99266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7" roundtripDataSignature="AMtx7mhqIBll9ninnoyqkfhiVTDLBQGL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52538" y="977900"/>
            <a:ext cx="4522787" cy="3394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1" type="ftr"/>
          </p:nvPr>
        </p:nvSpPr>
        <p:spPr>
          <a:xfrm>
            <a:off x="768425" y="9457663"/>
            <a:ext cx="2210808" cy="194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12" type="sldNum"/>
          </p:nvPr>
        </p:nvSpPr>
        <p:spPr>
          <a:xfrm>
            <a:off x="5414612" y="9457663"/>
            <a:ext cx="863510" cy="194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66621" y="4650634"/>
            <a:ext cx="5511501" cy="46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‒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‒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‒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‒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0" type="dt"/>
          </p:nvPr>
        </p:nvSpPr>
        <p:spPr>
          <a:xfrm>
            <a:off x="4192602" y="462286"/>
            <a:ext cx="2076877" cy="2016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3" type="hdr"/>
          </p:nvPr>
        </p:nvSpPr>
        <p:spPr>
          <a:xfrm>
            <a:off x="757978" y="468975"/>
            <a:ext cx="3220500" cy="194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:notes"/>
          <p:cNvSpPr txBox="1"/>
          <p:nvPr>
            <p:ph idx="1" type="body"/>
          </p:nvPr>
        </p:nvSpPr>
        <p:spPr>
          <a:xfrm>
            <a:off x="766621" y="4650634"/>
            <a:ext cx="5511501" cy="46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" name="Google Shape;37;p1:notes"/>
          <p:cNvSpPr/>
          <p:nvPr>
            <p:ph idx="2" type="sldImg"/>
          </p:nvPr>
        </p:nvSpPr>
        <p:spPr>
          <a:xfrm>
            <a:off x="1252538" y="977900"/>
            <a:ext cx="4522787" cy="3394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CUSTOM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342901" y="449562"/>
            <a:ext cx="5589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43508" y="1448780"/>
            <a:ext cx="8856900" cy="3960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987147"/>
                </a:solidFill>
              </a:rPr>
              <a:t>{docname}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HB Title /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342901" y="449562"/>
            <a:ext cx="558974" cy="14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308066" y="5447071"/>
            <a:ext cx="8527200" cy="1366200"/>
          </a:xfrm>
          <a:prstGeom prst="rect">
            <a:avLst/>
          </a:prstGeom>
          <a:noFill/>
          <a:ln cap="flat" cmpd="sng" w="12700">
            <a:solidFill>
              <a:srgbClr val="98714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"/>
          <p:cNvSpPr txBox="1"/>
          <p:nvPr/>
        </p:nvSpPr>
        <p:spPr>
          <a:xfrm>
            <a:off x="323528" y="5210826"/>
            <a:ext cx="250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APPROVAL CONFIRM</a:t>
            </a:r>
            <a:endParaRPr b="1" i="0" sz="12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4646488" y="1305469"/>
            <a:ext cx="1384200" cy="1124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4650186" y="2540919"/>
            <a:ext cx="1384200" cy="2764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4"/>
          <p:cNvSpPr txBox="1"/>
          <p:nvPr/>
        </p:nvSpPr>
        <p:spPr>
          <a:xfrm>
            <a:off x="4680620" y="1332426"/>
            <a:ext cx="631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4680620" y="2565278"/>
            <a:ext cx="1029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ARTWORK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"/>
          <p:cNvSpPr txBox="1"/>
          <p:nvPr/>
        </p:nvSpPr>
        <p:spPr>
          <a:xfrm>
            <a:off x="6948264" y="1279793"/>
            <a:ext cx="191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RRP : Undecided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6084463" y="3922888"/>
            <a:ext cx="1411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Colorway 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436392" y="5573938"/>
            <a:ext cx="8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8890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Google Shape;27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43425" y="3414712"/>
            <a:ext cx="57150" cy="28575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/>
        </p:nvSpPr>
        <p:spPr>
          <a:xfrm>
            <a:off x="342900" y="876799"/>
            <a:ext cx="86115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87147"/>
                </a:solidFill>
              </a:rPr>
              <a:t>{category}</a:t>
            </a:r>
            <a:endParaRPr sz="2400">
              <a:solidFill>
                <a:srgbClr val="987147"/>
              </a:solidFill>
            </a:endParaRPr>
          </a:p>
        </p:txBody>
      </p:sp>
      <p:sp>
        <p:nvSpPr>
          <p:cNvPr id="29" name="Google Shape;29;p4"/>
          <p:cNvSpPr txBox="1"/>
          <p:nvPr/>
        </p:nvSpPr>
        <p:spPr>
          <a:xfrm>
            <a:off x="343327" y="1196473"/>
            <a:ext cx="852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{code}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827584" y="460811"/>
            <a:ext cx="27012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B0F0"/>
                </a:solidFill>
              </a:rPr>
              <a:t>{season}</a:t>
            </a:r>
            <a:endParaRPr sz="1200" cap="none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/>
          <p:nvPr>
            <p:ph idx="2" type="pic"/>
          </p:nvPr>
        </p:nvSpPr>
        <p:spPr>
          <a:xfrm>
            <a:off x="4827475" y="1515850"/>
            <a:ext cx="1029600" cy="8463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4"/>
          <p:cNvSpPr/>
          <p:nvPr>
            <p:ph idx="3" type="pic"/>
          </p:nvPr>
        </p:nvSpPr>
        <p:spPr>
          <a:xfrm>
            <a:off x="4827475" y="2778300"/>
            <a:ext cx="1029600" cy="668700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4"/>
          <p:cNvSpPr/>
          <p:nvPr>
            <p:ph idx="4" type="pic"/>
          </p:nvPr>
        </p:nvSpPr>
        <p:spPr>
          <a:xfrm>
            <a:off x="4827475" y="3590050"/>
            <a:ext cx="1029600" cy="66870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4"/>
          <p:cNvSpPr/>
          <p:nvPr>
            <p:ph idx="5" type="pic"/>
          </p:nvPr>
        </p:nvSpPr>
        <p:spPr>
          <a:xfrm>
            <a:off x="4827475" y="4401800"/>
            <a:ext cx="1029600" cy="668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342901" y="449562"/>
            <a:ext cx="558974" cy="14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"/>
          <p:cNvSpPr txBox="1"/>
          <p:nvPr/>
        </p:nvSpPr>
        <p:spPr>
          <a:xfrm rot="-5400000">
            <a:off x="7626795" y="5198843"/>
            <a:ext cx="3212976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Erstellt durch Vorlagenbauer.ch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187357" y="351269"/>
            <a:ext cx="673337" cy="2011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16">
          <p15:clr>
            <a:srgbClr val="F26B43"/>
          </p15:clr>
        </p15:guide>
        <p15:guide id="2" orient="horz" pos="4091">
          <p15:clr>
            <a:srgbClr val="F26B43"/>
          </p15:clr>
        </p15:guide>
        <p15:guide id="3" pos="5583">
          <p15:clr>
            <a:srgbClr val="F26B43"/>
          </p15:clr>
        </p15:guide>
        <p15:guide id="4" pos="1921">
          <p15:clr>
            <a:srgbClr val="F26B43"/>
          </p15:clr>
        </p15:guide>
        <p15:guide id="5" pos="3839">
          <p15:clr>
            <a:srgbClr val="F26B43"/>
          </p15:clr>
        </p15:guide>
        <p15:guide id="6" pos="2880">
          <p15:clr>
            <a:srgbClr val="F26B43"/>
          </p15:clr>
        </p15:guide>
        <p15:guide id="7" orient="horz" pos="2160">
          <p15:clr>
            <a:srgbClr val="F26B43"/>
          </p15:clr>
        </p15:guide>
        <p15:guide id="8" orient="horz" pos="547">
          <p15:clr>
            <a:srgbClr val="F26B43"/>
          </p15:clr>
        </p15:guide>
        <p15:guide id="9" orient="horz" pos="1055">
          <p15:clr>
            <a:srgbClr val="F26B43"/>
          </p15:clr>
        </p15:guide>
        <p15:guide id="10" orient="horz" pos="2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"/>
          <p:cNvSpPr txBox="1"/>
          <p:nvPr>
            <p:ph idx="12" type="sldNum"/>
          </p:nvPr>
        </p:nvSpPr>
        <p:spPr>
          <a:xfrm>
            <a:off x="342901" y="449562"/>
            <a:ext cx="5589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Hugo Boss">
      <a:dk1>
        <a:srgbClr val="000000"/>
      </a:dk1>
      <a:lt1>
        <a:srgbClr val="FFFFFF"/>
      </a:lt1>
      <a:dk2>
        <a:srgbClr val="4B4B4B"/>
      </a:dk2>
      <a:lt2>
        <a:srgbClr val="B9B9B9"/>
      </a:lt2>
      <a:accent1>
        <a:srgbClr val="B61F29"/>
      </a:accent1>
      <a:accent2>
        <a:srgbClr val="987107"/>
      </a:accent2>
      <a:accent3>
        <a:srgbClr val="EDEDED"/>
      </a:accent3>
      <a:accent4>
        <a:srgbClr val="D0D0D0"/>
      </a:accent4>
      <a:accent5>
        <a:srgbClr val="929292"/>
      </a:accent5>
      <a:accent6>
        <a:srgbClr val="4A4A4A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plate">
  <a:themeElements>
    <a:clrScheme name="Hugo Boss">
      <a:dk1>
        <a:srgbClr val="000000"/>
      </a:dk1>
      <a:lt1>
        <a:srgbClr val="FFFFFF"/>
      </a:lt1>
      <a:dk2>
        <a:srgbClr val="4B4B4B"/>
      </a:dk2>
      <a:lt2>
        <a:srgbClr val="B9B9B9"/>
      </a:lt2>
      <a:accent1>
        <a:srgbClr val="000000"/>
      </a:accent1>
      <a:accent2>
        <a:srgbClr val="987147"/>
      </a:accent2>
      <a:accent3>
        <a:srgbClr val="EDEDED"/>
      </a:accent3>
      <a:accent4>
        <a:srgbClr val="4A4A4A"/>
      </a:accent4>
      <a:accent5>
        <a:srgbClr val="929292"/>
      </a:accent5>
      <a:accent6>
        <a:srgbClr val="D0D0D0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
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9144000"/>
  <p:notesSz cx="6797675" cy="992662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jtTdh6vjQ7n6MHHoIMC+8wow7C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1" type="ftr"/>
          </p:nvPr>
        </p:nvSpPr>
        <p:spPr>
          <a:xfrm>
            <a:off x="768425" y="9457663"/>
            <a:ext cx="2210808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12" type="sldNum"/>
          </p:nvPr>
        </p:nvSpPr>
        <p:spPr>
          <a:xfrm>
            <a:off x="5414612" y="9457663"/>
            <a:ext cx="863510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0" type="dt"/>
          </p:nvPr>
        </p:nvSpPr>
        <p:spPr>
          <a:xfrm>
            <a:off x="4192602" y="462286"/>
            <a:ext cx="2076877" cy="2016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3" type="hdr"/>
          </p:nvPr>
        </p:nvSpPr>
        <p:spPr>
          <a:xfrm>
            <a:off x="757978" y="468975"/>
            <a:ext cx="3220500" cy="19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" name="Google Shape;37;p1:notes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143508" y="1448780"/>
            <a:ext cx="8856900" cy="3960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987147"/>
                </a:solidFill>
              </a:rPr>
              <a:t>{docname}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HB Title / Conten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/>
        </p:nvSpPr>
        <p:spPr>
          <a:xfrm>
            <a:off x="249924" y="1100971"/>
            <a:ext cx="4213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{code}</a:t>
            </a:r>
            <a:endParaRPr sz="2400">
              <a:solidFill>
                <a:schemeClr val="accent2"/>
              </a:solidFill>
            </a:endParaRPr>
          </a:p>
        </p:txBody>
      </p:sp>
      <p:sp>
        <p:nvSpPr>
          <p:cNvPr id="18" name="Google Shape;18;p4"/>
          <p:cNvSpPr txBox="1"/>
          <p:nvPr/>
        </p:nvSpPr>
        <p:spPr>
          <a:xfrm>
            <a:off x="249924" y="788950"/>
            <a:ext cx="4213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accent2"/>
                </a:solidFill>
              </a:rPr>
              <a:t>{category}</a:t>
            </a:r>
            <a:endParaRPr sz="1200">
              <a:solidFill>
                <a:srgbClr val="00B0F0"/>
              </a:solidFill>
            </a:endParaRPr>
          </a:p>
        </p:txBody>
      </p:sp>
      <p:sp>
        <p:nvSpPr>
          <p:cNvPr id="19" name="Google Shape;19;p4"/>
          <p:cNvSpPr txBox="1"/>
          <p:nvPr/>
        </p:nvSpPr>
        <p:spPr>
          <a:xfrm>
            <a:off x="735392" y="368515"/>
            <a:ext cx="3000000" cy="3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B0F0"/>
                </a:solidFill>
              </a:rPr>
              <a:t>{season}</a:t>
            </a:r>
            <a:endParaRPr sz="1200">
              <a:solidFill>
                <a:srgbClr val="00B0F0"/>
              </a:solidFill>
            </a:endParaRPr>
          </a:p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308066" y="5447071"/>
            <a:ext cx="8527200" cy="1366200"/>
          </a:xfrm>
          <a:prstGeom prst="rect">
            <a:avLst/>
          </a:prstGeom>
          <a:noFill/>
          <a:ln cap="flat" cmpd="sng" w="12700">
            <a:solidFill>
              <a:srgbClr val="987147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 txBox="1"/>
          <p:nvPr/>
        </p:nvSpPr>
        <p:spPr>
          <a:xfrm>
            <a:off x="323528" y="5210826"/>
            <a:ext cx="25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APPROVAL CONFIRM</a:t>
            </a:r>
            <a:endParaRPr b="1" i="0" sz="12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4646488" y="1305469"/>
            <a:ext cx="1384200" cy="1124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4650186" y="2540919"/>
            <a:ext cx="1384200" cy="27648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4680620" y="1332426"/>
            <a:ext cx="63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4680620" y="2565278"/>
            <a:ext cx="1029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ARTWORK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6948264" y="1279793"/>
            <a:ext cx="1914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RRP : Undecided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084463" y="3922888"/>
            <a:ext cx="1411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Colorway 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 txBox="1"/>
          <p:nvPr/>
        </p:nvSpPr>
        <p:spPr>
          <a:xfrm>
            <a:off x="436392" y="5573938"/>
            <a:ext cx="8334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8900" lvl="0" marL="88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43425" y="3414712"/>
            <a:ext cx="57150" cy="28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/>
          <p:nvPr>
            <p:ph idx="2" type="pic"/>
          </p:nvPr>
        </p:nvSpPr>
        <p:spPr>
          <a:xfrm>
            <a:off x="4827475" y="1515850"/>
            <a:ext cx="1029600" cy="846300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4"/>
          <p:cNvSpPr/>
          <p:nvPr>
            <p:ph idx="3" type="pic"/>
          </p:nvPr>
        </p:nvSpPr>
        <p:spPr>
          <a:xfrm>
            <a:off x="4827475" y="2778300"/>
            <a:ext cx="1029600" cy="668700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4"/>
          <p:cNvSpPr/>
          <p:nvPr>
            <p:ph idx="4" type="pic"/>
          </p:nvPr>
        </p:nvSpPr>
        <p:spPr>
          <a:xfrm>
            <a:off x="4827475" y="3590050"/>
            <a:ext cx="1029600" cy="668700"/>
          </a:xfrm>
          <a:prstGeom prst="rect">
            <a:avLst/>
          </a:prstGeom>
          <a:noFill/>
          <a:ln>
            <a:noFill/>
          </a:ln>
        </p:spPr>
      </p:sp>
      <p:sp>
        <p:nvSpPr>
          <p:cNvPr id="34" name="Google Shape;34;p4"/>
          <p:cNvSpPr/>
          <p:nvPr>
            <p:ph idx="5" type="pic"/>
          </p:nvPr>
        </p:nvSpPr>
        <p:spPr>
          <a:xfrm>
            <a:off x="4827475" y="4401800"/>
            <a:ext cx="1029600" cy="668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2"/>
          <p:cNvSpPr txBox="1"/>
          <p:nvPr/>
        </p:nvSpPr>
        <p:spPr>
          <a:xfrm rot="-5400000">
            <a:off x="7626795" y="5198843"/>
            <a:ext cx="3212976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Erstellt durch Vorlagenbauer.ch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16">
          <p15:clr>
            <a:srgbClr val="F26B43"/>
          </p15:clr>
        </p15:guide>
        <p15:guide id="2" orient="horz" pos="4091">
          <p15:clr>
            <a:srgbClr val="F26B43"/>
          </p15:clr>
        </p15:guide>
        <p15:guide id="3" pos="5583">
          <p15:clr>
            <a:srgbClr val="F26B43"/>
          </p15:clr>
        </p15:guide>
        <p15:guide id="4" pos="1921">
          <p15:clr>
            <a:srgbClr val="F26B43"/>
          </p15:clr>
        </p15:guide>
        <p15:guide id="5" pos="3839">
          <p15:clr>
            <a:srgbClr val="F26B43"/>
          </p15:clr>
        </p15:guide>
        <p15:guide id="6" pos="2880">
          <p15:clr>
            <a:srgbClr val="F26B43"/>
          </p15:clr>
        </p15:guide>
        <p15:guide id="7" orient="horz" pos="2160">
          <p15:clr>
            <a:srgbClr val="F26B43"/>
          </p15:clr>
        </p15:guide>
        <p15:guide id="8" orient="horz" pos="547">
          <p15:clr>
            <a:srgbClr val="F26B43"/>
          </p15:clr>
        </p15:guide>
        <p15:guide id="9" orient="horz" pos="1055">
          <p15:clr>
            <a:srgbClr val="F26B43"/>
          </p15:clr>
        </p15:guide>
        <p15:guide id="10" orient="horz" pos="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